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9" r:id="rId13"/>
    <p:sldId id="272" r:id="rId14"/>
    <p:sldId id="273" r:id="rId15"/>
    <p:sldId id="274" r:id="rId16"/>
    <p:sldId id="275" r:id="rId17"/>
  </p:sldIdLst>
  <p:sldSz cx="6858000" cy="12192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5B8CAD-16E6-42CD-BA95-1C18B2411DD7}" v="9" dt="2024-07-13T11:02:11.357"/>
    <p1510:client id="{85D28EFD-6D97-CAE7-BD3F-F2CFADFACB83}" v="67" dt="2024-07-13T09:37:18.729"/>
    <p1510:client id="{AD33A6E8-E7C0-A8B8-F8D9-B2716A2880BD}" v="177" dt="2024-07-13T11:03:45.268"/>
    <p1510:client id="{BBE43FDB-E117-4D02-BFCF-68251FE8503A}" v="1409" dt="2024-07-13T13:49:29.323"/>
    <p1510:client id="{DE7E462F-7C21-49B9-5BFA-E0192A0CAB2A}" v="523" dt="2024-07-13T10:13:08.9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8AD243-17BD-474C-B74F-47F46AE1B0E5}" type="doc">
      <dgm:prSet loTypeId="urn:microsoft.com/office/officeart/2008/layout/LinedList" loCatId="list" qsTypeId="urn:microsoft.com/office/officeart/2005/8/quickstyle/simple2" qsCatId="simple" csTypeId="urn:microsoft.com/office/officeart/2005/8/colors/colorful5" csCatId="colorful"/>
      <dgm:spPr/>
      <dgm:t>
        <a:bodyPr/>
        <a:lstStyle/>
        <a:p>
          <a:endParaRPr lang="en-US"/>
        </a:p>
      </dgm:t>
    </dgm:pt>
    <dgm:pt modelId="{C9E4EF74-E88F-45A6-AAF7-FEADE942A671}">
      <dgm:prSet/>
      <dgm:spPr/>
      <dgm:t>
        <a:bodyPr/>
        <a:lstStyle/>
        <a:p>
          <a:r>
            <a:rPr lang="en-US"/>
            <a:t>Vatsal : Vatsal is a 15 year old who loves to build and create and has been building since a small age and still continues to do what he loves </a:t>
          </a:r>
        </a:p>
      </dgm:t>
    </dgm:pt>
    <dgm:pt modelId="{1A37E6B5-28E2-4E0A-898C-2E167EF75D63}" type="parTrans" cxnId="{BF61644C-B8C3-4046-9CF8-8B8A18F0DF94}">
      <dgm:prSet/>
      <dgm:spPr/>
      <dgm:t>
        <a:bodyPr/>
        <a:lstStyle/>
        <a:p>
          <a:endParaRPr lang="en-US"/>
        </a:p>
      </dgm:t>
    </dgm:pt>
    <dgm:pt modelId="{97940CE8-185F-4264-94B5-3D7A1024EBFC}" type="sibTrans" cxnId="{BF61644C-B8C3-4046-9CF8-8B8A18F0DF94}">
      <dgm:prSet/>
      <dgm:spPr/>
      <dgm:t>
        <a:bodyPr/>
        <a:lstStyle/>
        <a:p>
          <a:endParaRPr lang="en-US"/>
        </a:p>
      </dgm:t>
    </dgm:pt>
    <dgm:pt modelId="{A881401A-1845-49DC-85E2-277583C393C3}">
      <dgm:prSet/>
      <dgm:spPr/>
      <dgm:t>
        <a:bodyPr/>
        <a:lstStyle/>
        <a:p>
          <a:r>
            <a:rPr lang="en-US"/>
            <a:t>Jeevan: Jeevan is a 14 year old who has developed his skills in designing and hardware. He uses his skills to build the project.</a:t>
          </a:r>
        </a:p>
      </dgm:t>
    </dgm:pt>
    <dgm:pt modelId="{B0B64F6F-7227-4150-8CF9-7BAEB2B809E1}" type="parTrans" cxnId="{49A567B8-8F39-4A72-9DC5-9638E41F63DA}">
      <dgm:prSet/>
      <dgm:spPr/>
      <dgm:t>
        <a:bodyPr/>
        <a:lstStyle/>
        <a:p>
          <a:endParaRPr lang="en-US"/>
        </a:p>
      </dgm:t>
    </dgm:pt>
    <dgm:pt modelId="{86A5128E-33D8-4441-A67E-05A1D5A1D18A}" type="sibTrans" cxnId="{49A567B8-8F39-4A72-9DC5-9638E41F63DA}">
      <dgm:prSet/>
      <dgm:spPr/>
      <dgm:t>
        <a:bodyPr/>
        <a:lstStyle/>
        <a:p>
          <a:endParaRPr lang="en-US"/>
        </a:p>
      </dgm:t>
    </dgm:pt>
    <dgm:pt modelId="{53B675C0-4E6D-4D52-87DD-431470A7DCF2}">
      <dgm:prSet/>
      <dgm:spPr/>
      <dgm:t>
        <a:bodyPr/>
        <a:lstStyle/>
        <a:p>
          <a:r>
            <a:rPr lang="en-US"/>
            <a:t>Aashrith: Aashrith is a 15 year old who has a passion for robotics and coding. He has been coding since he was 12 years old.</a:t>
          </a:r>
        </a:p>
      </dgm:t>
    </dgm:pt>
    <dgm:pt modelId="{394DC578-2209-42F6-AF27-3CD16F7DA9A3}" type="parTrans" cxnId="{E0AD370A-DBF2-42CA-9885-F95BDCC07641}">
      <dgm:prSet/>
      <dgm:spPr/>
      <dgm:t>
        <a:bodyPr/>
        <a:lstStyle/>
        <a:p>
          <a:endParaRPr lang="en-US"/>
        </a:p>
      </dgm:t>
    </dgm:pt>
    <dgm:pt modelId="{51057783-7B02-41D6-A8BF-1F7F31BF5E62}" type="sibTrans" cxnId="{E0AD370A-DBF2-42CA-9885-F95BDCC07641}">
      <dgm:prSet/>
      <dgm:spPr/>
      <dgm:t>
        <a:bodyPr/>
        <a:lstStyle/>
        <a:p>
          <a:endParaRPr lang="en-US"/>
        </a:p>
      </dgm:t>
    </dgm:pt>
    <dgm:pt modelId="{07FC2E85-376C-4276-83F3-38FCE723AD81}">
      <dgm:prSet/>
      <dgm:spPr/>
      <dgm:t>
        <a:bodyPr/>
        <a:lstStyle/>
        <a:p>
          <a:r>
            <a:rPr lang="en-US"/>
            <a:t>Krishna: A Coach who is passionate and keen of technology </a:t>
          </a:r>
        </a:p>
      </dgm:t>
    </dgm:pt>
    <dgm:pt modelId="{F666FB0F-CF45-4F24-A9F7-228E2104254F}" type="parTrans" cxnId="{985C2FB6-B56C-4E5E-A557-D3BF03392425}">
      <dgm:prSet/>
      <dgm:spPr/>
      <dgm:t>
        <a:bodyPr/>
        <a:lstStyle/>
        <a:p>
          <a:endParaRPr lang="en-US"/>
        </a:p>
      </dgm:t>
    </dgm:pt>
    <dgm:pt modelId="{B58B6E2E-7A06-4B6A-A7C6-D3C0865BDC2B}" type="sibTrans" cxnId="{985C2FB6-B56C-4E5E-A557-D3BF03392425}">
      <dgm:prSet/>
      <dgm:spPr/>
      <dgm:t>
        <a:bodyPr/>
        <a:lstStyle/>
        <a:p>
          <a:endParaRPr lang="en-US"/>
        </a:p>
      </dgm:t>
    </dgm:pt>
    <dgm:pt modelId="{82B780B1-1810-46AE-8E8F-59697CD1EC34}" type="pres">
      <dgm:prSet presAssocID="{B98AD243-17BD-474C-B74F-47F46AE1B0E5}" presName="vert0" presStyleCnt="0">
        <dgm:presLayoutVars>
          <dgm:dir/>
          <dgm:animOne val="branch"/>
          <dgm:animLvl val="lvl"/>
        </dgm:presLayoutVars>
      </dgm:prSet>
      <dgm:spPr/>
    </dgm:pt>
    <dgm:pt modelId="{92D9A00E-0D51-4308-99E3-C761D065E41D}" type="pres">
      <dgm:prSet presAssocID="{C9E4EF74-E88F-45A6-AAF7-FEADE942A671}" presName="thickLine" presStyleLbl="alignNode1" presStyleIdx="0" presStyleCnt="4"/>
      <dgm:spPr/>
    </dgm:pt>
    <dgm:pt modelId="{843BA30F-138C-41AD-A2E6-9E315FE0943E}" type="pres">
      <dgm:prSet presAssocID="{C9E4EF74-E88F-45A6-AAF7-FEADE942A671}" presName="horz1" presStyleCnt="0"/>
      <dgm:spPr/>
    </dgm:pt>
    <dgm:pt modelId="{99140641-9A16-4050-A5BE-D7DC3CE04355}" type="pres">
      <dgm:prSet presAssocID="{C9E4EF74-E88F-45A6-AAF7-FEADE942A671}" presName="tx1" presStyleLbl="revTx" presStyleIdx="0" presStyleCnt="4"/>
      <dgm:spPr/>
    </dgm:pt>
    <dgm:pt modelId="{3124AC42-8515-481C-B8C8-DDE37C16E40D}" type="pres">
      <dgm:prSet presAssocID="{C9E4EF74-E88F-45A6-AAF7-FEADE942A671}" presName="vert1" presStyleCnt="0"/>
      <dgm:spPr/>
    </dgm:pt>
    <dgm:pt modelId="{F7A34A16-850A-46B1-B4E4-693AEA9402DF}" type="pres">
      <dgm:prSet presAssocID="{A881401A-1845-49DC-85E2-277583C393C3}" presName="thickLine" presStyleLbl="alignNode1" presStyleIdx="1" presStyleCnt="4"/>
      <dgm:spPr/>
    </dgm:pt>
    <dgm:pt modelId="{08E80926-338C-48E9-9DCD-7933E749BB58}" type="pres">
      <dgm:prSet presAssocID="{A881401A-1845-49DC-85E2-277583C393C3}" presName="horz1" presStyleCnt="0"/>
      <dgm:spPr/>
    </dgm:pt>
    <dgm:pt modelId="{8B66096F-A892-4986-B5C3-E7F70C9A0A8D}" type="pres">
      <dgm:prSet presAssocID="{A881401A-1845-49DC-85E2-277583C393C3}" presName="tx1" presStyleLbl="revTx" presStyleIdx="1" presStyleCnt="4"/>
      <dgm:spPr/>
    </dgm:pt>
    <dgm:pt modelId="{37F11CB1-E744-442A-A664-CCF2873EA4D0}" type="pres">
      <dgm:prSet presAssocID="{A881401A-1845-49DC-85E2-277583C393C3}" presName="vert1" presStyleCnt="0"/>
      <dgm:spPr/>
    </dgm:pt>
    <dgm:pt modelId="{BC1E1BB0-38E0-4588-AD92-D43D3B43A202}" type="pres">
      <dgm:prSet presAssocID="{53B675C0-4E6D-4D52-87DD-431470A7DCF2}" presName="thickLine" presStyleLbl="alignNode1" presStyleIdx="2" presStyleCnt="4"/>
      <dgm:spPr/>
    </dgm:pt>
    <dgm:pt modelId="{ED0D49AB-0823-4E51-8E2B-FD435168320B}" type="pres">
      <dgm:prSet presAssocID="{53B675C0-4E6D-4D52-87DD-431470A7DCF2}" presName="horz1" presStyleCnt="0"/>
      <dgm:spPr/>
    </dgm:pt>
    <dgm:pt modelId="{9013FD8D-3E43-42BB-B2BD-B99CEF95367F}" type="pres">
      <dgm:prSet presAssocID="{53B675C0-4E6D-4D52-87DD-431470A7DCF2}" presName="tx1" presStyleLbl="revTx" presStyleIdx="2" presStyleCnt="4"/>
      <dgm:spPr/>
    </dgm:pt>
    <dgm:pt modelId="{F8D23FBB-60DC-4408-AD19-2C8555E463D5}" type="pres">
      <dgm:prSet presAssocID="{53B675C0-4E6D-4D52-87DD-431470A7DCF2}" presName="vert1" presStyleCnt="0"/>
      <dgm:spPr/>
    </dgm:pt>
    <dgm:pt modelId="{59844BC4-2918-4048-BBA1-686591788969}" type="pres">
      <dgm:prSet presAssocID="{07FC2E85-376C-4276-83F3-38FCE723AD81}" presName="thickLine" presStyleLbl="alignNode1" presStyleIdx="3" presStyleCnt="4"/>
      <dgm:spPr/>
    </dgm:pt>
    <dgm:pt modelId="{2E13DF44-C198-4657-AB18-3DB6B7042310}" type="pres">
      <dgm:prSet presAssocID="{07FC2E85-376C-4276-83F3-38FCE723AD81}" presName="horz1" presStyleCnt="0"/>
      <dgm:spPr/>
    </dgm:pt>
    <dgm:pt modelId="{FBF3064B-9EA8-4E09-9E71-A660C1AB2F91}" type="pres">
      <dgm:prSet presAssocID="{07FC2E85-376C-4276-83F3-38FCE723AD81}" presName="tx1" presStyleLbl="revTx" presStyleIdx="3" presStyleCnt="4"/>
      <dgm:spPr/>
    </dgm:pt>
    <dgm:pt modelId="{D4261680-92AD-406F-AD19-3EA141324772}" type="pres">
      <dgm:prSet presAssocID="{07FC2E85-376C-4276-83F3-38FCE723AD81}" presName="vert1" presStyleCnt="0"/>
      <dgm:spPr/>
    </dgm:pt>
  </dgm:ptLst>
  <dgm:cxnLst>
    <dgm:cxn modelId="{E0AD370A-DBF2-42CA-9885-F95BDCC07641}" srcId="{B98AD243-17BD-474C-B74F-47F46AE1B0E5}" destId="{53B675C0-4E6D-4D52-87DD-431470A7DCF2}" srcOrd="2" destOrd="0" parTransId="{394DC578-2209-42F6-AF27-3CD16F7DA9A3}" sibTransId="{51057783-7B02-41D6-A8BF-1F7F31BF5E62}"/>
    <dgm:cxn modelId="{79A7A62B-FAE4-4AD8-971C-81A3721CC7D4}" type="presOf" srcId="{53B675C0-4E6D-4D52-87DD-431470A7DCF2}" destId="{9013FD8D-3E43-42BB-B2BD-B99CEF95367F}" srcOrd="0" destOrd="0" presId="urn:microsoft.com/office/officeart/2008/layout/LinedList"/>
    <dgm:cxn modelId="{C3B7585B-3DB8-41F7-B5E9-C9BD07554508}" type="presOf" srcId="{A881401A-1845-49DC-85E2-277583C393C3}" destId="{8B66096F-A892-4986-B5C3-E7F70C9A0A8D}" srcOrd="0" destOrd="0" presId="urn:microsoft.com/office/officeart/2008/layout/LinedList"/>
    <dgm:cxn modelId="{BF61644C-B8C3-4046-9CF8-8B8A18F0DF94}" srcId="{B98AD243-17BD-474C-B74F-47F46AE1B0E5}" destId="{C9E4EF74-E88F-45A6-AAF7-FEADE942A671}" srcOrd="0" destOrd="0" parTransId="{1A37E6B5-28E2-4E0A-898C-2E167EF75D63}" sibTransId="{97940CE8-185F-4264-94B5-3D7A1024EBFC}"/>
    <dgm:cxn modelId="{DACD7557-152C-4FD5-A462-80CFD9BFA53C}" type="presOf" srcId="{C9E4EF74-E88F-45A6-AAF7-FEADE942A671}" destId="{99140641-9A16-4050-A5BE-D7DC3CE04355}" srcOrd="0" destOrd="0" presId="urn:microsoft.com/office/officeart/2008/layout/LinedList"/>
    <dgm:cxn modelId="{0053A89F-765C-49A8-9C81-76F311542BEF}" type="presOf" srcId="{07FC2E85-376C-4276-83F3-38FCE723AD81}" destId="{FBF3064B-9EA8-4E09-9E71-A660C1AB2F91}" srcOrd="0" destOrd="0" presId="urn:microsoft.com/office/officeart/2008/layout/LinedList"/>
    <dgm:cxn modelId="{08D21EB2-2E32-49F5-8982-7FA5A534976D}" type="presOf" srcId="{B98AD243-17BD-474C-B74F-47F46AE1B0E5}" destId="{82B780B1-1810-46AE-8E8F-59697CD1EC34}" srcOrd="0" destOrd="0" presId="urn:microsoft.com/office/officeart/2008/layout/LinedList"/>
    <dgm:cxn modelId="{985C2FB6-B56C-4E5E-A557-D3BF03392425}" srcId="{B98AD243-17BD-474C-B74F-47F46AE1B0E5}" destId="{07FC2E85-376C-4276-83F3-38FCE723AD81}" srcOrd="3" destOrd="0" parTransId="{F666FB0F-CF45-4F24-A9F7-228E2104254F}" sibTransId="{B58B6E2E-7A06-4B6A-A7C6-D3C0865BDC2B}"/>
    <dgm:cxn modelId="{49A567B8-8F39-4A72-9DC5-9638E41F63DA}" srcId="{B98AD243-17BD-474C-B74F-47F46AE1B0E5}" destId="{A881401A-1845-49DC-85E2-277583C393C3}" srcOrd="1" destOrd="0" parTransId="{B0B64F6F-7227-4150-8CF9-7BAEB2B809E1}" sibTransId="{86A5128E-33D8-4441-A67E-05A1D5A1D18A}"/>
    <dgm:cxn modelId="{9B44B816-CEA5-42A0-BD1B-455970BF5C91}" type="presParOf" srcId="{82B780B1-1810-46AE-8E8F-59697CD1EC34}" destId="{92D9A00E-0D51-4308-99E3-C761D065E41D}" srcOrd="0" destOrd="0" presId="urn:microsoft.com/office/officeart/2008/layout/LinedList"/>
    <dgm:cxn modelId="{6BC5D77C-DB33-48ED-BB43-C9F9EC5FC208}" type="presParOf" srcId="{82B780B1-1810-46AE-8E8F-59697CD1EC34}" destId="{843BA30F-138C-41AD-A2E6-9E315FE0943E}" srcOrd="1" destOrd="0" presId="urn:microsoft.com/office/officeart/2008/layout/LinedList"/>
    <dgm:cxn modelId="{0B82AAE6-D074-48F5-8E6E-619975888E9C}" type="presParOf" srcId="{843BA30F-138C-41AD-A2E6-9E315FE0943E}" destId="{99140641-9A16-4050-A5BE-D7DC3CE04355}" srcOrd="0" destOrd="0" presId="urn:microsoft.com/office/officeart/2008/layout/LinedList"/>
    <dgm:cxn modelId="{D1D6EF27-D4CF-4334-8A97-3C474A819786}" type="presParOf" srcId="{843BA30F-138C-41AD-A2E6-9E315FE0943E}" destId="{3124AC42-8515-481C-B8C8-DDE37C16E40D}" srcOrd="1" destOrd="0" presId="urn:microsoft.com/office/officeart/2008/layout/LinedList"/>
    <dgm:cxn modelId="{391A46B1-291C-4988-BEE9-E447BD95A255}" type="presParOf" srcId="{82B780B1-1810-46AE-8E8F-59697CD1EC34}" destId="{F7A34A16-850A-46B1-B4E4-693AEA9402DF}" srcOrd="2" destOrd="0" presId="urn:microsoft.com/office/officeart/2008/layout/LinedList"/>
    <dgm:cxn modelId="{F4F87CB2-7787-406A-A56A-D5E3DCAF5D60}" type="presParOf" srcId="{82B780B1-1810-46AE-8E8F-59697CD1EC34}" destId="{08E80926-338C-48E9-9DCD-7933E749BB58}" srcOrd="3" destOrd="0" presId="urn:microsoft.com/office/officeart/2008/layout/LinedList"/>
    <dgm:cxn modelId="{2E5ECDD2-C18C-4B0D-986C-CA753CF94A53}" type="presParOf" srcId="{08E80926-338C-48E9-9DCD-7933E749BB58}" destId="{8B66096F-A892-4986-B5C3-E7F70C9A0A8D}" srcOrd="0" destOrd="0" presId="urn:microsoft.com/office/officeart/2008/layout/LinedList"/>
    <dgm:cxn modelId="{F4059613-9B0E-41F7-B841-4B1240DF9C2A}" type="presParOf" srcId="{08E80926-338C-48E9-9DCD-7933E749BB58}" destId="{37F11CB1-E744-442A-A664-CCF2873EA4D0}" srcOrd="1" destOrd="0" presId="urn:microsoft.com/office/officeart/2008/layout/LinedList"/>
    <dgm:cxn modelId="{8AEA689E-161F-4F04-8B32-566C9E6B3E3F}" type="presParOf" srcId="{82B780B1-1810-46AE-8E8F-59697CD1EC34}" destId="{BC1E1BB0-38E0-4588-AD92-D43D3B43A202}" srcOrd="4" destOrd="0" presId="urn:microsoft.com/office/officeart/2008/layout/LinedList"/>
    <dgm:cxn modelId="{28745ED3-1F22-427A-8EC4-524AD73BE3BC}" type="presParOf" srcId="{82B780B1-1810-46AE-8E8F-59697CD1EC34}" destId="{ED0D49AB-0823-4E51-8E2B-FD435168320B}" srcOrd="5" destOrd="0" presId="urn:microsoft.com/office/officeart/2008/layout/LinedList"/>
    <dgm:cxn modelId="{DB8B282D-ABEC-401C-971D-153CD9B8E18E}" type="presParOf" srcId="{ED0D49AB-0823-4E51-8E2B-FD435168320B}" destId="{9013FD8D-3E43-42BB-B2BD-B99CEF95367F}" srcOrd="0" destOrd="0" presId="urn:microsoft.com/office/officeart/2008/layout/LinedList"/>
    <dgm:cxn modelId="{15DBF3E9-0DAD-4E93-BF00-27D3BD8DB4F9}" type="presParOf" srcId="{ED0D49AB-0823-4E51-8E2B-FD435168320B}" destId="{F8D23FBB-60DC-4408-AD19-2C8555E463D5}" srcOrd="1" destOrd="0" presId="urn:microsoft.com/office/officeart/2008/layout/LinedList"/>
    <dgm:cxn modelId="{BD35ACAF-EB31-4736-8C54-2D9C5B51D310}" type="presParOf" srcId="{82B780B1-1810-46AE-8E8F-59697CD1EC34}" destId="{59844BC4-2918-4048-BBA1-686591788969}" srcOrd="6" destOrd="0" presId="urn:microsoft.com/office/officeart/2008/layout/LinedList"/>
    <dgm:cxn modelId="{D213AE5E-39D9-4CD1-86EE-579523D395FF}" type="presParOf" srcId="{82B780B1-1810-46AE-8E8F-59697CD1EC34}" destId="{2E13DF44-C198-4657-AB18-3DB6B7042310}" srcOrd="7" destOrd="0" presId="urn:microsoft.com/office/officeart/2008/layout/LinedList"/>
    <dgm:cxn modelId="{249996D1-C4ED-4B46-A912-AC3BFF04CC7D}" type="presParOf" srcId="{2E13DF44-C198-4657-AB18-3DB6B7042310}" destId="{FBF3064B-9EA8-4E09-9E71-A660C1AB2F91}" srcOrd="0" destOrd="0" presId="urn:microsoft.com/office/officeart/2008/layout/LinedList"/>
    <dgm:cxn modelId="{01416824-562A-4989-A6D9-9456AA5EA475}" type="presParOf" srcId="{2E13DF44-C198-4657-AB18-3DB6B7042310}" destId="{D4261680-92AD-406F-AD19-3EA14132477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1E8F4C-96F4-47A6-AA8C-C5D30802354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9502A1F-C278-4312-97FE-D0040B1E360A}">
      <dgm:prSet/>
      <dgm:spPr/>
      <dgm:t>
        <a:bodyPr/>
        <a:lstStyle/>
        <a:p>
          <a:r>
            <a:rPr lang="en-US"/>
            <a:t>We came up with many ideas, they are unrelated to electricity and we chose to not go with them as we ran into multiple problems and issues:</a:t>
          </a:r>
        </a:p>
      </dgm:t>
    </dgm:pt>
    <dgm:pt modelId="{13DC772D-2CC8-4EFD-B638-1C8E96D5E5B8}" type="parTrans" cxnId="{BEAFB1D2-37B7-44DA-A7F8-A431F0B07276}">
      <dgm:prSet/>
      <dgm:spPr/>
      <dgm:t>
        <a:bodyPr/>
        <a:lstStyle/>
        <a:p>
          <a:endParaRPr lang="en-US"/>
        </a:p>
      </dgm:t>
    </dgm:pt>
    <dgm:pt modelId="{A92BF0FD-0958-499F-AE09-32C30B2C8127}" type="sibTrans" cxnId="{BEAFB1D2-37B7-44DA-A7F8-A431F0B07276}">
      <dgm:prSet/>
      <dgm:spPr/>
      <dgm:t>
        <a:bodyPr/>
        <a:lstStyle/>
        <a:p>
          <a:endParaRPr lang="en-US"/>
        </a:p>
      </dgm:t>
    </dgm:pt>
    <dgm:pt modelId="{6C5BA5F9-FC86-4EB1-BB35-408CA170A278}">
      <dgm:prSet/>
      <dgm:spPr/>
      <dgm:t>
        <a:bodyPr/>
        <a:lstStyle/>
        <a:p>
          <a:r>
            <a:rPr lang="en-US"/>
            <a:t>Coral reef restoration: Where we pick up broken pieces of corals from the sea bed and bring it to nurseries, treat them and plant/place them back in its habitat with corals that are already rooted. </a:t>
          </a:r>
        </a:p>
      </dgm:t>
    </dgm:pt>
    <dgm:pt modelId="{B87D78A8-CFDF-401B-B8A0-3D16AC841CD6}" type="parTrans" cxnId="{C09BC6DF-3AD6-478B-9451-440D42038F4B}">
      <dgm:prSet/>
      <dgm:spPr/>
      <dgm:t>
        <a:bodyPr/>
        <a:lstStyle/>
        <a:p>
          <a:endParaRPr lang="en-US"/>
        </a:p>
      </dgm:t>
    </dgm:pt>
    <dgm:pt modelId="{64EDC56F-218F-4DC6-AC9C-E4C8DD6AE983}" type="sibTrans" cxnId="{C09BC6DF-3AD6-478B-9451-440D42038F4B}">
      <dgm:prSet/>
      <dgm:spPr/>
      <dgm:t>
        <a:bodyPr/>
        <a:lstStyle/>
        <a:p>
          <a:endParaRPr lang="en-US"/>
        </a:p>
      </dgm:t>
    </dgm:pt>
    <dgm:pt modelId="{AD48EE69-E5FB-4CBA-8BF7-A37A08558093}">
      <dgm:prSet/>
      <dgm:spPr/>
      <dgm:t>
        <a:bodyPr/>
        <a:lstStyle/>
        <a:p>
          <a:r>
            <a:rPr lang="en-US"/>
            <a:t>Desulphurization : In vehicles there is a lot of fuel used to run it . So, In that process ,The burning of sulfur-containing fuels results to getting sulfur dioxide. This sulfur dioxide is released into the atmosphere .And is very harmful for the environment.  But , When we use desulfurization it can completely remove the sulfur from sulfur dioxide and oxygen is released into the air.</a:t>
          </a:r>
        </a:p>
      </dgm:t>
    </dgm:pt>
    <dgm:pt modelId="{67B2F46C-F1CD-4303-A80F-509ABCEAA62C}" type="parTrans" cxnId="{7C769CB1-847C-490C-AAA6-0D1C0DD468E4}">
      <dgm:prSet/>
      <dgm:spPr/>
      <dgm:t>
        <a:bodyPr/>
        <a:lstStyle/>
        <a:p>
          <a:endParaRPr lang="en-US"/>
        </a:p>
      </dgm:t>
    </dgm:pt>
    <dgm:pt modelId="{38DCA89B-5A2E-48CC-AF60-C49DA0CB1A51}" type="sibTrans" cxnId="{7C769CB1-847C-490C-AAA6-0D1C0DD468E4}">
      <dgm:prSet/>
      <dgm:spPr/>
      <dgm:t>
        <a:bodyPr/>
        <a:lstStyle/>
        <a:p>
          <a:endParaRPr lang="en-US"/>
        </a:p>
      </dgm:t>
    </dgm:pt>
    <dgm:pt modelId="{8CC5708C-AAF8-43AE-AA1B-BB3B92FB66B8}">
      <dgm:prSet/>
      <dgm:spPr/>
      <dgm:t>
        <a:bodyPr/>
        <a:lstStyle/>
        <a:p>
          <a:r>
            <a:rPr lang="en-US"/>
            <a:t>Collecting microplastics from water Search and rescue bot which is used after disasters</a:t>
          </a:r>
        </a:p>
      </dgm:t>
    </dgm:pt>
    <dgm:pt modelId="{096DFAD2-72B7-4235-B9ED-5064D985BF44}" type="parTrans" cxnId="{F3944F57-5E16-43F9-BA55-B25086DCE0D1}">
      <dgm:prSet/>
      <dgm:spPr/>
      <dgm:t>
        <a:bodyPr/>
        <a:lstStyle/>
        <a:p>
          <a:endParaRPr lang="en-US"/>
        </a:p>
      </dgm:t>
    </dgm:pt>
    <dgm:pt modelId="{B2E874A6-24C0-448E-81E2-97CB504D7E10}" type="sibTrans" cxnId="{F3944F57-5E16-43F9-BA55-B25086DCE0D1}">
      <dgm:prSet/>
      <dgm:spPr/>
      <dgm:t>
        <a:bodyPr/>
        <a:lstStyle/>
        <a:p>
          <a:endParaRPr lang="en-US"/>
        </a:p>
      </dgm:t>
    </dgm:pt>
    <dgm:pt modelId="{A4EF1694-A213-4356-BE46-7B7AB5655138}" type="pres">
      <dgm:prSet presAssocID="{2F1E8F4C-96F4-47A6-AA8C-C5D30802354E}" presName="linear" presStyleCnt="0">
        <dgm:presLayoutVars>
          <dgm:animLvl val="lvl"/>
          <dgm:resizeHandles val="exact"/>
        </dgm:presLayoutVars>
      </dgm:prSet>
      <dgm:spPr/>
    </dgm:pt>
    <dgm:pt modelId="{CF35CFED-8B82-42AC-A8F5-E27ED1B92D67}" type="pres">
      <dgm:prSet presAssocID="{19502A1F-C278-4312-97FE-D0040B1E360A}" presName="parentText" presStyleLbl="node1" presStyleIdx="0" presStyleCnt="4">
        <dgm:presLayoutVars>
          <dgm:chMax val="0"/>
          <dgm:bulletEnabled val="1"/>
        </dgm:presLayoutVars>
      </dgm:prSet>
      <dgm:spPr/>
    </dgm:pt>
    <dgm:pt modelId="{E7B49EE7-1FA4-4BCC-9ED1-8B14D67F8FB8}" type="pres">
      <dgm:prSet presAssocID="{A92BF0FD-0958-499F-AE09-32C30B2C8127}" presName="spacer" presStyleCnt="0"/>
      <dgm:spPr/>
    </dgm:pt>
    <dgm:pt modelId="{A6E2080D-B717-4576-86BE-499B3B146D74}" type="pres">
      <dgm:prSet presAssocID="{6C5BA5F9-FC86-4EB1-BB35-408CA170A278}" presName="parentText" presStyleLbl="node1" presStyleIdx="1" presStyleCnt="4">
        <dgm:presLayoutVars>
          <dgm:chMax val="0"/>
          <dgm:bulletEnabled val="1"/>
        </dgm:presLayoutVars>
      </dgm:prSet>
      <dgm:spPr/>
    </dgm:pt>
    <dgm:pt modelId="{7A7248F7-38E8-4B6F-B453-560F8D70216F}" type="pres">
      <dgm:prSet presAssocID="{64EDC56F-218F-4DC6-AC9C-E4C8DD6AE983}" presName="spacer" presStyleCnt="0"/>
      <dgm:spPr/>
    </dgm:pt>
    <dgm:pt modelId="{17AE9832-F363-4B54-A4D4-D5F3C9D00690}" type="pres">
      <dgm:prSet presAssocID="{AD48EE69-E5FB-4CBA-8BF7-A37A08558093}" presName="parentText" presStyleLbl="node1" presStyleIdx="2" presStyleCnt="4">
        <dgm:presLayoutVars>
          <dgm:chMax val="0"/>
          <dgm:bulletEnabled val="1"/>
        </dgm:presLayoutVars>
      </dgm:prSet>
      <dgm:spPr/>
    </dgm:pt>
    <dgm:pt modelId="{18F73030-E11B-4E4A-94F8-00934228F3B3}" type="pres">
      <dgm:prSet presAssocID="{38DCA89B-5A2E-48CC-AF60-C49DA0CB1A51}" presName="spacer" presStyleCnt="0"/>
      <dgm:spPr/>
    </dgm:pt>
    <dgm:pt modelId="{66692F8F-298C-49AD-AB22-FB1DFE76A5B0}" type="pres">
      <dgm:prSet presAssocID="{8CC5708C-AAF8-43AE-AA1B-BB3B92FB66B8}" presName="parentText" presStyleLbl="node1" presStyleIdx="3" presStyleCnt="4">
        <dgm:presLayoutVars>
          <dgm:chMax val="0"/>
          <dgm:bulletEnabled val="1"/>
        </dgm:presLayoutVars>
      </dgm:prSet>
      <dgm:spPr/>
    </dgm:pt>
  </dgm:ptLst>
  <dgm:cxnLst>
    <dgm:cxn modelId="{2EED2C02-D1E8-452E-B56D-94B02B1B4DCD}" type="presOf" srcId="{2F1E8F4C-96F4-47A6-AA8C-C5D30802354E}" destId="{A4EF1694-A213-4356-BE46-7B7AB5655138}" srcOrd="0" destOrd="0" presId="urn:microsoft.com/office/officeart/2005/8/layout/vList2"/>
    <dgm:cxn modelId="{805ECC04-9A83-41BA-AD6E-24C7FB7DD16A}" type="presOf" srcId="{8CC5708C-AAF8-43AE-AA1B-BB3B92FB66B8}" destId="{66692F8F-298C-49AD-AB22-FB1DFE76A5B0}" srcOrd="0" destOrd="0" presId="urn:microsoft.com/office/officeart/2005/8/layout/vList2"/>
    <dgm:cxn modelId="{872C6C50-9240-40FA-9240-C4F86EF2350D}" type="presOf" srcId="{AD48EE69-E5FB-4CBA-8BF7-A37A08558093}" destId="{17AE9832-F363-4B54-A4D4-D5F3C9D00690}" srcOrd="0" destOrd="0" presId="urn:microsoft.com/office/officeart/2005/8/layout/vList2"/>
    <dgm:cxn modelId="{F3944F57-5E16-43F9-BA55-B25086DCE0D1}" srcId="{2F1E8F4C-96F4-47A6-AA8C-C5D30802354E}" destId="{8CC5708C-AAF8-43AE-AA1B-BB3B92FB66B8}" srcOrd="3" destOrd="0" parTransId="{096DFAD2-72B7-4235-B9ED-5064D985BF44}" sibTransId="{B2E874A6-24C0-448E-81E2-97CB504D7E10}"/>
    <dgm:cxn modelId="{B2118B99-EF3F-4268-A173-7C01641493DD}" type="presOf" srcId="{19502A1F-C278-4312-97FE-D0040B1E360A}" destId="{CF35CFED-8B82-42AC-A8F5-E27ED1B92D67}" srcOrd="0" destOrd="0" presId="urn:microsoft.com/office/officeart/2005/8/layout/vList2"/>
    <dgm:cxn modelId="{6B7E779C-1037-4933-8100-CD158A3BCEDB}" type="presOf" srcId="{6C5BA5F9-FC86-4EB1-BB35-408CA170A278}" destId="{A6E2080D-B717-4576-86BE-499B3B146D74}" srcOrd="0" destOrd="0" presId="urn:microsoft.com/office/officeart/2005/8/layout/vList2"/>
    <dgm:cxn modelId="{7C769CB1-847C-490C-AAA6-0D1C0DD468E4}" srcId="{2F1E8F4C-96F4-47A6-AA8C-C5D30802354E}" destId="{AD48EE69-E5FB-4CBA-8BF7-A37A08558093}" srcOrd="2" destOrd="0" parTransId="{67B2F46C-F1CD-4303-A80F-509ABCEAA62C}" sibTransId="{38DCA89B-5A2E-48CC-AF60-C49DA0CB1A51}"/>
    <dgm:cxn modelId="{BEAFB1D2-37B7-44DA-A7F8-A431F0B07276}" srcId="{2F1E8F4C-96F4-47A6-AA8C-C5D30802354E}" destId="{19502A1F-C278-4312-97FE-D0040B1E360A}" srcOrd="0" destOrd="0" parTransId="{13DC772D-2CC8-4EFD-B638-1C8E96D5E5B8}" sibTransId="{A92BF0FD-0958-499F-AE09-32C30B2C8127}"/>
    <dgm:cxn modelId="{C09BC6DF-3AD6-478B-9451-440D42038F4B}" srcId="{2F1E8F4C-96F4-47A6-AA8C-C5D30802354E}" destId="{6C5BA5F9-FC86-4EB1-BB35-408CA170A278}" srcOrd="1" destOrd="0" parTransId="{B87D78A8-CFDF-401B-B8A0-3D16AC841CD6}" sibTransId="{64EDC56F-218F-4DC6-AC9C-E4C8DD6AE983}"/>
    <dgm:cxn modelId="{16AE042C-6B11-4036-8422-6E012EE87EA6}" type="presParOf" srcId="{A4EF1694-A213-4356-BE46-7B7AB5655138}" destId="{CF35CFED-8B82-42AC-A8F5-E27ED1B92D67}" srcOrd="0" destOrd="0" presId="urn:microsoft.com/office/officeart/2005/8/layout/vList2"/>
    <dgm:cxn modelId="{2702BB09-A72C-4B63-9505-FAC981839478}" type="presParOf" srcId="{A4EF1694-A213-4356-BE46-7B7AB5655138}" destId="{E7B49EE7-1FA4-4BCC-9ED1-8B14D67F8FB8}" srcOrd="1" destOrd="0" presId="urn:microsoft.com/office/officeart/2005/8/layout/vList2"/>
    <dgm:cxn modelId="{F37A12EF-9476-4A3C-A775-31A41C25E646}" type="presParOf" srcId="{A4EF1694-A213-4356-BE46-7B7AB5655138}" destId="{A6E2080D-B717-4576-86BE-499B3B146D74}" srcOrd="2" destOrd="0" presId="urn:microsoft.com/office/officeart/2005/8/layout/vList2"/>
    <dgm:cxn modelId="{BD7CBBB2-F1DC-4AA4-8DC2-5C12D23A7A6F}" type="presParOf" srcId="{A4EF1694-A213-4356-BE46-7B7AB5655138}" destId="{7A7248F7-38E8-4B6F-B453-560F8D70216F}" srcOrd="3" destOrd="0" presId="urn:microsoft.com/office/officeart/2005/8/layout/vList2"/>
    <dgm:cxn modelId="{B85A4983-4326-4F08-BE45-491D4E7A8213}" type="presParOf" srcId="{A4EF1694-A213-4356-BE46-7B7AB5655138}" destId="{17AE9832-F363-4B54-A4D4-D5F3C9D00690}" srcOrd="4" destOrd="0" presId="urn:microsoft.com/office/officeart/2005/8/layout/vList2"/>
    <dgm:cxn modelId="{6E956E88-8CF3-4DDD-A3E0-8D920A53AA40}" type="presParOf" srcId="{A4EF1694-A213-4356-BE46-7B7AB5655138}" destId="{18F73030-E11B-4E4A-94F8-00934228F3B3}" srcOrd="5" destOrd="0" presId="urn:microsoft.com/office/officeart/2005/8/layout/vList2"/>
    <dgm:cxn modelId="{31E37A4A-7299-4F41-BA2F-4AB76D82197E}" type="presParOf" srcId="{A4EF1694-A213-4356-BE46-7B7AB5655138}" destId="{66692F8F-298C-49AD-AB22-FB1DFE76A5B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925F85-CCDC-4A49-BA1F-F4A4E639FC29}"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54DF5263-8725-4FCF-9A6C-FD8976B33E48}">
      <dgm:prSet phldr="0"/>
      <dgm:spPr/>
      <dgm:t>
        <a:bodyPr/>
        <a:lstStyle/>
        <a:p>
          <a:pPr rtl="0"/>
          <a:r>
            <a:rPr lang="en-US">
              <a:solidFill>
                <a:srgbClr val="444444"/>
              </a:solidFill>
              <a:latin typeface="Arial"/>
              <a:cs typeface="Arial"/>
            </a:rPr>
            <a:t>Problem with the circuit, the insulating tester does not work the way we wanted it to. Sending the message/email using </a:t>
          </a:r>
          <a:r>
            <a:rPr lang="en-US" err="1">
              <a:solidFill>
                <a:srgbClr val="444444"/>
              </a:solidFill>
              <a:latin typeface="Arial"/>
              <a:cs typeface="Arial"/>
            </a:rPr>
            <a:t>iot</a:t>
          </a:r>
          <a:r>
            <a:rPr lang="en-US">
              <a:solidFill>
                <a:srgbClr val="444444"/>
              </a:solidFill>
              <a:latin typeface="Arial"/>
              <a:cs typeface="Arial"/>
            </a:rPr>
            <a:t> can be</a:t>
          </a:r>
        </a:p>
      </dgm:t>
    </dgm:pt>
    <dgm:pt modelId="{11BDB61E-E044-4C1E-A230-ED7BFD4095B9}" type="parTrans" cxnId="{18BABF3E-7038-486D-8CE9-66F4273AECD1}">
      <dgm:prSet/>
      <dgm:spPr/>
    </dgm:pt>
    <dgm:pt modelId="{B180E572-2776-4A02-92AA-8EC163B5B458}" type="sibTrans" cxnId="{18BABF3E-7038-486D-8CE9-66F4273AECD1}">
      <dgm:prSet/>
      <dgm:spPr/>
      <dgm:t>
        <a:bodyPr/>
        <a:lstStyle/>
        <a:p>
          <a:endParaRPr lang="en-US"/>
        </a:p>
      </dgm:t>
    </dgm:pt>
    <dgm:pt modelId="{E582029D-6499-44A0-81A8-3F9699310B0B}">
      <dgm:prSet phldr="0"/>
      <dgm:spPr/>
      <dgm:t>
        <a:bodyPr/>
        <a:lstStyle/>
        <a:p>
          <a:pPr rtl="0"/>
          <a:r>
            <a:rPr lang="en-US">
              <a:solidFill>
                <a:srgbClr val="444444"/>
              </a:solidFill>
              <a:latin typeface="Arial"/>
              <a:cs typeface="Arial"/>
            </a:rPr>
            <a:t>Slower due to problems like lag or functionality. Implementation on large scale The whole unit might stop providing </a:t>
          </a:r>
        </a:p>
      </dgm:t>
    </dgm:pt>
    <dgm:pt modelId="{C8A8EA29-C3EC-4EDE-B21E-7125E101A2D9}" type="parTrans" cxnId="{40F1ED13-9DCB-4763-AB6D-F4EAE500988F}">
      <dgm:prSet/>
      <dgm:spPr/>
    </dgm:pt>
    <dgm:pt modelId="{CBD44C57-161E-4BCB-B0E9-1D806744AA02}" type="sibTrans" cxnId="{40F1ED13-9DCB-4763-AB6D-F4EAE500988F}">
      <dgm:prSet/>
      <dgm:spPr/>
      <dgm:t>
        <a:bodyPr/>
        <a:lstStyle/>
        <a:p>
          <a:endParaRPr lang="en-US"/>
        </a:p>
      </dgm:t>
    </dgm:pt>
    <dgm:pt modelId="{A14BB86A-D4FE-48C3-8653-0CD7FAE43735}">
      <dgm:prSet phldr="0"/>
      <dgm:spPr/>
      <dgm:t>
        <a:bodyPr/>
        <a:lstStyle/>
        <a:p>
          <a:pPr rtl="0"/>
          <a:r>
            <a:rPr lang="en-US">
              <a:solidFill>
                <a:srgbClr val="444444"/>
              </a:solidFill>
              <a:latin typeface="Arial"/>
              <a:cs typeface="Arial"/>
            </a:rPr>
            <a:t>electricity Which in turn might not send electricity to the houses in the </a:t>
          </a:r>
        </a:p>
      </dgm:t>
    </dgm:pt>
    <dgm:pt modelId="{4BD3F160-B8ED-4A90-BB5A-61A4D1C578CF}" type="parTrans" cxnId="{AA64C1DF-D19E-4765-8084-5473149C1582}">
      <dgm:prSet/>
      <dgm:spPr/>
    </dgm:pt>
    <dgm:pt modelId="{5A54504F-4F01-4110-9876-537CEE923F37}" type="sibTrans" cxnId="{AA64C1DF-D19E-4765-8084-5473149C1582}">
      <dgm:prSet/>
      <dgm:spPr/>
      <dgm:t>
        <a:bodyPr/>
        <a:lstStyle/>
        <a:p>
          <a:endParaRPr lang="en-US"/>
        </a:p>
      </dgm:t>
    </dgm:pt>
    <dgm:pt modelId="{ED658FDC-1694-46D1-8BF7-F7E41544778B}">
      <dgm:prSet phldr="0"/>
      <dgm:spPr/>
      <dgm:t>
        <a:bodyPr/>
        <a:lstStyle/>
        <a:p>
          <a:pPr rtl="0"/>
          <a:r>
            <a:rPr lang="en-US">
              <a:solidFill>
                <a:srgbClr val="444444"/>
              </a:solidFill>
              <a:latin typeface="Arial"/>
              <a:cs typeface="Arial"/>
            </a:rPr>
            <a:t>Village so an alternative to pass electricity can be implemented. We can switch off only the electricity passed through that particular unit.</a:t>
          </a:r>
        </a:p>
      </dgm:t>
    </dgm:pt>
    <dgm:pt modelId="{23351D19-4B60-4BE9-9671-C0F1107636BF}" type="parTrans" cxnId="{2D7A7267-1CA8-4E81-891B-9B5C462AC7D3}">
      <dgm:prSet/>
      <dgm:spPr/>
    </dgm:pt>
    <dgm:pt modelId="{8F68B20B-8995-45A6-BABC-65723E46E72B}" type="sibTrans" cxnId="{2D7A7267-1CA8-4E81-891B-9B5C462AC7D3}">
      <dgm:prSet/>
      <dgm:spPr/>
      <dgm:t>
        <a:bodyPr/>
        <a:lstStyle/>
        <a:p>
          <a:endParaRPr lang="en-US"/>
        </a:p>
      </dgm:t>
    </dgm:pt>
    <dgm:pt modelId="{95562D2C-625D-4D3D-8821-AA9A34AEAD8C}" type="pres">
      <dgm:prSet presAssocID="{DC925F85-CCDC-4A49-BA1F-F4A4E639FC29}" presName="vert0" presStyleCnt="0">
        <dgm:presLayoutVars>
          <dgm:dir/>
          <dgm:animOne val="branch"/>
          <dgm:animLvl val="lvl"/>
        </dgm:presLayoutVars>
      </dgm:prSet>
      <dgm:spPr/>
    </dgm:pt>
    <dgm:pt modelId="{727EA8E6-C8D9-40EF-9521-B9AC4798F294}" type="pres">
      <dgm:prSet presAssocID="{54DF5263-8725-4FCF-9A6C-FD8976B33E48}" presName="thickLine" presStyleLbl="alignNode1" presStyleIdx="0" presStyleCnt="4"/>
      <dgm:spPr/>
    </dgm:pt>
    <dgm:pt modelId="{06BCE6C8-6A89-4CAB-80C1-07929B5DCDA8}" type="pres">
      <dgm:prSet presAssocID="{54DF5263-8725-4FCF-9A6C-FD8976B33E48}" presName="horz1" presStyleCnt="0"/>
      <dgm:spPr/>
    </dgm:pt>
    <dgm:pt modelId="{A93902BD-0580-4D1A-B6F9-72A83322D9D5}" type="pres">
      <dgm:prSet presAssocID="{54DF5263-8725-4FCF-9A6C-FD8976B33E48}" presName="tx1" presStyleLbl="revTx" presStyleIdx="0" presStyleCnt="4"/>
      <dgm:spPr/>
    </dgm:pt>
    <dgm:pt modelId="{7306C652-F000-4ADD-A49F-2B95B5671737}" type="pres">
      <dgm:prSet presAssocID="{54DF5263-8725-4FCF-9A6C-FD8976B33E48}" presName="vert1" presStyleCnt="0"/>
      <dgm:spPr/>
    </dgm:pt>
    <dgm:pt modelId="{86F46D19-8FE2-4C04-8931-0FBA34000FB7}" type="pres">
      <dgm:prSet presAssocID="{E582029D-6499-44A0-81A8-3F9699310B0B}" presName="thickLine" presStyleLbl="alignNode1" presStyleIdx="1" presStyleCnt="4"/>
      <dgm:spPr/>
    </dgm:pt>
    <dgm:pt modelId="{16069CAD-F46A-44EC-AC44-EF1A9CFA7498}" type="pres">
      <dgm:prSet presAssocID="{E582029D-6499-44A0-81A8-3F9699310B0B}" presName="horz1" presStyleCnt="0"/>
      <dgm:spPr/>
    </dgm:pt>
    <dgm:pt modelId="{FAEA3E0E-62BD-42CA-8768-2DA5B83E85C3}" type="pres">
      <dgm:prSet presAssocID="{E582029D-6499-44A0-81A8-3F9699310B0B}" presName="tx1" presStyleLbl="revTx" presStyleIdx="1" presStyleCnt="4"/>
      <dgm:spPr/>
    </dgm:pt>
    <dgm:pt modelId="{5642D727-A914-407E-A300-452C908E9602}" type="pres">
      <dgm:prSet presAssocID="{E582029D-6499-44A0-81A8-3F9699310B0B}" presName="vert1" presStyleCnt="0"/>
      <dgm:spPr/>
    </dgm:pt>
    <dgm:pt modelId="{007ADA9E-16B4-4A12-A357-D41E55857286}" type="pres">
      <dgm:prSet presAssocID="{A14BB86A-D4FE-48C3-8653-0CD7FAE43735}" presName="thickLine" presStyleLbl="alignNode1" presStyleIdx="2" presStyleCnt="4"/>
      <dgm:spPr/>
    </dgm:pt>
    <dgm:pt modelId="{19E29C3E-2C4C-437D-81E7-D43755214041}" type="pres">
      <dgm:prSet presAssocID="{A14BB86A-D4FE-48C3-8653-0CD7FAE43735}" presName="horz1" presStyleCnt="0"/>
      <dgm:spPr/>
    </dgm:pt>
    <dgm:pt modelId="{8DCA7C74-09F6-48E5-9A33-01736D41E10C}" type="pres">
      <dgm:prSet presAssocID="{A14BB86A-D4FE-48C3-8653-0CD7FAE43735}" presName="tx1" presStyleLbl="revTx" presStyleIdx="2" presStyleCnt="4"/>
      <dgm:spPr/>
    </dgm:pt>
    <dgm:pt modelId="{35900187-883C-4576-AEFE-5E2E99E97D45}" type="pres">
      <dgm:prSet presAssocID="{A14BB86A-D4FE-48C3-8653-0CD7FAE43735}" presName="vert1" presStyleCnt="0"/>
      <dgm:spPr/>
    </dgm:pt>
    <dgm:pt modelId="{547840D5-CD22-4761-B149-42B75501299A}" type="pres">
      <dgm:prSet presAssocID="{ED658FDC-1694-46D1-8BF7-F7E41544778B}" presName="thickLine" presStyleLbl="alignNode1" presStyleIdx="3" presStyleCnt="4"/>
      <dgm:spPr/>
    </dgm:pt>
    <dgm:pt modelId="{40D7A289-270C-4274-80BF-9AE475FFCA6F}" type="pres">
      <dgm:prSet presAssocID="{ED658FDC-1694-46D1-8BF7-F7E41544778B}" presName="horz1" presStyleCnt="0"/>
      <dgm:spPr/>
    </dgm:pt>
    <dgm:pt modelId="{1925DAF1-FD00-4BFC-B7FB-BA60E4BF5719}" type="pres">
      <dgm:prSet presAssocID="{ED658FDC-1694-46D1-8BF7-F7E41544778B}" presName="tx1" presStyleLbl="revTx" presStyleIdx="3" presStyleCnt="4"/>
      <dgm:spPr/>
    </dgm:pt>
    <dgm:pt modelId="{AA42DA30-61AC-4EBC-839E-4DA6F048EEB9}" type="pres">
      <dgm:prSet presAssocID="{ED658FDC-1694-46D1-8BF7-F7E41544778B}" presName="vert1" presStyleCnt="0"/>
      <dgm:spPr/>
    </dgm:pt>
  </dgm:ptLst>
  <dgm:cxnLst>
    <dgm:cxn modelId="{40F1ED13-9DCB-4763-AB6D-F4EAE500988F}" srcId="{DC925F85-CCDC-4A49-BA1F-F4A4E639FC29}" destId="{E582029D-6499-44A0-81A8-3F9699310B0B}" srcOrd="1" destOrd="0" parTransId="{C8A8EA29-C3EC-4EDE-B21E-7125E101A2D9}" sibTransId="{CBD44C57-161E-4BCB-B0E9-1D806744AA02}"/>
    <dgm:cxn modelId="{46B6981A-A761-48F0-A600-ED0DDC1E554C}" type="presOf" srcId="{ED658FDC-1694-46D1-8BF7-F7E41544778B}" destId="{1925DAF1-FD00-4BFC-B7FB-BA60E4BF5719}" srcOrd="0" destOrd="0" presId="urn:microsoft.com/office/officeart/2008/layout/LinedList"/>
    <dgm:cxn modelId="{18BABF3E-7038-486D-8CE9-66F4273AECD1}" srcId="{DC925F85-CCDC-4A49-BA1F-F4A4E639FC29}" destId="{54DF5263-8725-4FCF-9A6C-FD8976B33E48}" srcOrd="0" destOrd="0" parTransId="{11BDB61E-E044-4C1E-A230-ED7BFD4095B9}" sibTransId="{B180E572-2776-4A02-92AA-8EC163B5B458}"/>
    <dgm:cxn modelId="{E686E13E-85B8-4B6F-8A14-D1F1CCA324A4}" type="presOf" srcId="{DC925F85-CCDC-4A49-BA1F-F4A4E639FC29}" destId="{95562D2C-625D-4D3D-8821-AA9A34AEAD8C}" srcOrd="0" destOrd="0" presId="urn:microsoft.com/office/officeart/2008/layout/LinedList"/>
    <dgm:cxn modelId="{1F73B45B-3887-4922-990A-367B88C43A12}" type="presOf" srcId="{E582029D-6499-44A0-81A8-3F9699310B0B}" destId="{FAEA3E0E-62BD-42CA-8768-2DA5B83E85C3}" srcOrd="0" destOrd="0" presId="urn:microsoft.com/office/officeart/2008/layout/LinedList"/>
    <dgm:cxn modelId="{F3D6E55E-5548-4B0E-AA54-969A56523D5C}" type="presOf" srcId="{54DF5263-8725-4FCF-9A6C-FD8976B33E48}" destId="{A93902BD-0580-4D1A-B6F9-72A83322D9D5}" srcOrd="0" destOrd="0" presId="urn:microsoft.com/office/officeart/2008/layout/LinedList"/>
    <dgm:cxn modelId="{2D7A7267-1CA8-4E81-891B-9B5C462AC7D3}" srcId="{DC925F85-CCDC-4A49-BA1F-F4A4E639FC29}" destId="{ED658FDC-1694-46D1-8BF7-F7E41544778B}" srcOrd="3" destOrd="0" parTransId="{23351D19-4B60-4BE9-9671-C0F1107636BF}" sibTransId="{8F68B20B-8995-45A6-BABC-65723E46E72B}"/>
    <dgm:cxn modelId="{DB3721CC-787A-4BEA-97A9-8F77419BFA41}" type="presOf" srcId="{A14BB86A-D4FE-48C3-8653-0CD7FAE43735}" destId="{8DCA7C74-09F6-48E5-9A33-01736D41E10C}" srcOrd="0" destOrd="0" presId="urn:microsoft.com/office/officeart/2008/layout/LinedList"/>
    <dgm:cxn modelId="{AA64C1DF-D19E-4765-8084-5473149C1582}" srcId="{DC925F85-CCDC-4A49-BA1F-F4A4E639FC29}" destId="{A14BB86A-D4FE-48C3-8653-0CD7FAE43735}" srcOrd="2" destOrd="0" parTransId="{4BD3F160-B8ED-4A90-BB5A-61A4D1C578CF}" sibTransId="{5A54504F-4F01-4110-9876-537CEE923F37}"/>
    <dgm:cxn modelId="{B8D2B43A-02C1-46DC-AB50-C9DEC3EAEEE0}" type="presParOf" srcId="{95562D2C-625D-4D3D-8821-AA9A34AEAD8C}" destId="{727EA8E6-C8D9-40EF-9521-B9AC4798F294}" srcOrd="0" destOrd="0" presId="urn:microsoft.com/office/officeart/2008/layout/LinedList"/>
    <dgm:cxn modelId="{0701C71B-4685-4D8E-A949-572C81CF2A36}" type="presParOf" srcId="{95562D2C-625D-4D3D-8821-AA9A34AEAD8C}" destId="{06BCE6C8-6A89-4CAB-80C1-07929B5DCDA8}" srcOrd="1" destOrd="0" presId="urn:microsoft.com/office/officeart/2008/layout/LinedList"/>
    <dgm:cxn modelId="{83A24485-BC2A-484C-A305-D5832439ABE4}" type="presParOf" srcId="{06BCE6C8-6A89-4CAB-80C1-07929B5DCDA8}" destId="{A93902BD-0580-4D1A-B6F9-72A83322D9D5}" srcOrd="0" destOrd="0" presId="urn:microsoft.com/office/officeart/2008/layout/LinedList"/>
    <dgm:cxn modelId="{5ED509B4-D6F6-4934-8AA7-1444294303CF}" type="presParOf" srcId="{06BCE6C8-6A89-4CAB-80C1-07929B5DCDA8}" destId="{7306C652-F000-4ADD-A49F-2B95B5671737}" srcOrd="1" destOrd="0" presId="urn:microsoft.com/office/officeart/2008/layout/LinedList"/>
    <dgm:cxn modelId="{F8C8321A-4177-41D0-BF1C-E584E64A29E2}" type="presParOf" srcId="{95562D2C-625D-4D3D-8821-AA9A34AEAD8C}" destId="{86F46D19-8FE2-4C04-8931-0FBA34000FB7}" srcOrd="2" destOrd="0" presId="urn:microsoft.com/office/officeart/2008/layout/LinedList"/>
    <dgm:cxn modelId="{318B940B-4D9B-44CA-BE5E-51CADE309828}" type="presParOf" srcId="{95562D2C-625D-4D3D-8821-AA9A34AEAD8C}" destId="{16069CAD-F46A-44EC-AC44-EF1A9CFA7498}" srcOrd="3" destOrd="0" presId="urn:microsoft.com/office/officeart/2008/layout/LinedList"/>
    <dgm:cxn modelId="{9E4961FF-4CD4-4EFD-AA7D-95636D365E1F}" type="presParOf" srcId="{16069CAD-F46A-44EC-AC44-EF1A9CFA7498}" destId="{FAEA3E0E-62BD-42CA-8768-2DA5B83E85C3}" srcOrd="0" destOrd="0" presId="urn:microsoft.com/office/officeart/2008/layout/LinedList"/>
    <dgm:cxn modelId="{F46DE67F-7590-45AF-905F-504F8FDD72C9}" type="presParOf" srcId="{16069CAD-F46A-44EC-AC44-EF1A9CFA7498}" destId="{5642D727-A914-407E-A300-452C908E9602}" srcOrd="1" destOrd="0" presId="urn:microsoft.com/office/officeart/2008/layout/LinedList"/>
    <dgm:cxn modelId="{01B1BC7C-9289-4AC1-B7E5-7F377802BF56}" type="presParOf" srcId="{95562D2C-625D-4D3D-8821-AA9A34AEAD8C}" destId="{007ADA9E-16B4-4A12-A357-D41E55857286}" srcOrd="4" destOrd="0" presId="urn:microsoft.com/office/officeart/2008/layout/LinedList"/>
    <dgm:cxn modelId="{26F89FCC-33C0-41DC-A91E-757EC4CFF64B}" type="presParOf" srcId="{95562D2C-625D-4D3D-8821-AA9A34AEAD8C}" destId="{19E29C3E-2C4C-437D-81E7-D43755214041}" srcOrd="5" destOrd="0" presId="urn:microsoft.com/office/officeart/2008/layout/LinedList"/>
    <dgm:cxn modelId="{2AA2341D-A8AC-4D81-808E-148CF7201EC9}" type="presParOf" srcId="{19E29C3E-2C4C-437D-81E7-D43755214041}" destId="{8DCA7C74-09F6-48E5-9A33-01736D41E10C}" srcOrd="0" destOrd="0" presId="urn:microsoft.com/office/officeart/2008/layout/LinedList"/>
    <dgm:cxn modelId="{88D18956-6AC1-497B-B73D-963E5FF1F68F}" type="presParOf" srcId="{19E29C3E-2C4C-437D-81E7-D43755214041}" destId="{35900187-883C-4576-AEFE-5E2E99E97D45}" srcOrd="1" destOrd="0" presId="urn:microsoft.com/office/officeart/2008/layout/LinedList"/>
    <dgm:cxn modelId="{A955B05F-311B-4A79-A65A-95E348ECFBC8}" type="presParOf" srcId="{95562D2C-625D-4D3D-8821-AA9A34AEAD8C}" destId="{547840D5-CD22-4761-B149-42B75501299A}" srcOrd="6" destOrd="0" presId="urn:microsoft.com/office/officeart/2008/layout/LinedList"/>
    <dgm:cxn modelId="{BBDCDD51-C341-4781-8A53-4E92A93E2C8B}" type="presParOf" srcId="{95562D2C-625D-4D3D-8821-AA9A34AEAD8C}" destId="{40D7A289-270C-4274-80BF-9AE475FFCA6F}" srcOrd="7" destOrd="0" presId="urn:microsoft.com/office/officeart/2008/layout/LinedList"/>
    <dgm:cxn modelId="{8A1F5265-B299-4B67-BE3D-844D6D246A4A}" type="presParOf" srcId="{40D7A289-270C-4274-80BF-9AE475FFCA6F}" destId="{1925DAF1-FD00-4BFC-B7FB-BA60E4BF5719}" srcOrd="0" destOrd="0" presId="urn:microsoft.com/office/officeart/2008/layout/LinedList"/>
    <dgm:cxn modelId="{DC1063EF-3C23-4B08-AB44-1802EC19133D}" type="presParOf" srcId="{40D7A289-270C-4274-80BF-9AE475FFCA6F}" destId="{AA42DA30-61AC-4EBC-839E-4DA6F048EEB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D9A00E-0D51-4308-99E3-C761D065E41D}">
      <dsp:nvSpPr>
        <dsp:cNvPr id="0" name=""/>
        <dsp:cNvSpPr/>
      </dsp:nvSpPr>
      <dsp:spPr>
        <a:xfrm>
          <a:off x="0" y="0"/>
          <a:ext cx="3214687"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99140641-9A16-4050-A5BE-D7DC3CE04355}">
      <dsp:nvSpPr>
        <dsp:cNvPr id="0" name=""/>
        <dsp:cNvSpPr/>
      </dsp:nvSpPr>
      <dsp:spPr>
        <a:xfrm>
          <a:off x="0" y="0"/>
          <a:ext cx="3214687" cy="22243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Vatsal : Vatsal is a 15 year old who loves to build and create and has been building since a small age and still continues to do what he loves </a:t>
          </a:r>
        </a:p>
      </dsp:txBody>
      <dsp:txXfrm>
        <a:off x="0" y="0"/>
        <a:ext cx="3214687" cy="2224352"/>
      </dsp:txXfrm>
    </dsp:sp>
    <dsp:sp modelId="{F7A34A16-850A-46B1-B4E4-693AEA9402DF}">
      <dsp:nvSpPr>
        <dsp:cNvPr id="0" name=""/>
        <dsp:cNvSpPr/>
      </dsp:nvSpPr>
      <dsp:spPr>
        <a:xfrm>
          <a:off x="0" y="2224352"/>
          <a:ext cx="3214687" cy="0"/>
        </a:xfrm>
        <a:prstGeom prst="line">
          <a:avLst/>
        </a:prstGeom>
        <a:solidFill>
          <a:schemeClr val="accent5">
            <a:hueOff val="5803288"/>
            <a:satOff val="2564"/>
            <a:lumOff val="-2811"/>
            <a:alphaOff val="0"/>
          </a:schemeClr>
        </a:solidFill>
        <a:ln w="12700" cap="flat" cmpd="sng" algn="ctr">
          <a:solidFill>
            <a:schemeClr val="accent5">
              <a:hueOff val="5803288"/>
              <a:satOff val="2564"/>
              <a:lumOff val="-2811"/>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8B66096F-A892-4986-B5C3-E7F70C9A0A8D}">
      <dsp:nvSpPr>
        <dsp:cNvPr id="0" name=""/>
        <dsp:cNvSpPr/>
      </dsp:nvSpPr>
      <dsp:spPr>
        <a:xfrm>
          <a:off x="0" y="2224352"/>
          <a:ext cx="3214687" cy="22243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Jeevan: Jeevan is a 14 year old who has developed his skills in designing and hardware. He uses his skills to build the project.</a:t>
          </a:r>
        </a:p>
      </dsp:txBody>
      <dsp:txXfrm>
        <a:off x="0" y="2224352"/>
        <a:ext cx="3214687" cy="2224352"/>
      </dsp:txXfrm>
    </dsp:sp>
    <dsp:sp modelId="{BC1E1BB0-38E0-4588-AD92-D43D3B43A202}">
      <dsp:nvSpPr>
        <dsp:cNvPr id="0" name=""/>
        <dsp:cNvSpPr/>
      </dsp:nvSpPr>
      <dsp:spPr>
        <a:xfrm>
          <a:off x="0" y="4448705"/>
          <a:ext cx="3214687" cy="0"/>
        </a:xfrm>
        <a:prstGeom prst="line">
          <a:avLst/>
        </a:prstGeom>
        <a:solidFill>
          <a:schemeClr val="accent5">
            <a:hueOff val="11606576"/>
            <a:satOff val="5128"/>
            <a:lumOff val="-5621"/>
            <a:alphaOff val="0"/>
          </a:schemeClr>
        </a:solidFill>
        <a:ln w="12700" cap="flat" cmpd="sng" algn="ctr">
          <a:solidFill>
            <a:schemeClr val="accent5">
              <a:hueOff val="11606576"/>
              <a:satOff val="5128"/>
              <a:lumOff val="-5621"/>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9013FD8D-3E43-42BB-B2BD-B99CEF95367F}">
      <dsp:nvSpPr>
        <dsp:cNvPr id="0" name=""/>
        <dsp:cNvSpPr/>
      </dsp:nvSpPr>
      <dsp:spPr>
        <a:xfrm>
          <a:off x="0" y="4448705"/>
          <a:ext cx="3214687" cy="22243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Aashrith: Aashrith is a 15 year old who has a passion for robotics and coding. He has been coding since he was 12 years old.</a:t>
          </a:r>
        </a:p>
      </dsp:txBody>
      <dsp:txXfrm>
        <a:off x="0" y="4448705"/>
        <a:ext cx="3214687" cy="2224352"/>
      </dsp:txXfrm>
    </dsp:sp>
    <dsp:sp modelId="{59844BC4-2918-4048-BBA1-686591788969}">
      <dsp:nvSpPr>
        <dsp:cNvPr id="0" name=""/>
        <dsp:cNvSpPr/>
      </dsp:nvSpPr>
      <dsp:spPr>
        <a:xfrm>
          <a:off x="0" y="6673059"/>
          <a:ext cx="3214687" cy="0"/>
        </a:xfrm>
        <a:prstGeom prst="line">
          <a:avLst/>
        </a:prstGeom>
        <a:solidFill>
          <a:schemeClr val="accent5">
            <a:hueOff val="17409864"/>
            <a:satOff val="7692"/>
            <a:lumOff val="-8432"/>
            <a:alphaOff val="0"/>
          </a:schemeClr>
        </a:solidFill>
        <a:ln w="12700" cap="flat" cmpd="sng" algn="ctr">
          <a:solidFill>
            <a:schemeClr val="accent5">
              <a:hueOff val="17409864"/>
              <a:satOff val="7692"/>
              <a:lumOff val="-8432"/>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FBF3064B-9EA8-4E09-9E71-A660C1AB2F91}">
      <dsp:nvSpPr>
        <dsp:cNvPr id="0" name=""/>
        <dsp:cNvSpPr/>
      </dsp:nvSpPr>
      <dsp:spPr>
        <a:xfrm>
          <a:off x="0" y="6673058"/>
          <a:ext cx="3214687" cy="22243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Krishna: A Coach who is passionate and keen of technology </a:t>
          </a:r>
        </a:p>
      </dsp:txBody>
      <dsp:txXfrm>
        <a:off x="0" y="6673058"/>
        <a:ext cx="3214687" cy="22243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35CFED-8B82-42AC-A8F5-E27ED1B92D67}">
      <dsp:nvSpPr>
        <dsp:cNvPr id="0" name=""/>
        <dsp:cNvSpPr/>
      </dsp:nvSpPr>
      <dsp:spPr>
        <a:xfrm>
          <a:off x="0" y="166908"/>
          <a:ext cx="3881538" cy="233385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We came up with many ideas, they are unrelated to electricity and we chose to not go with them as we ran into multiple problems and issues:</a:t>
          </a:r>
        </a:p>
      </dsp:txBody>
      <dsp:txXfrm>
        <a:off x="113929" y="280837"/>
        <a:ext cx="3653680" cy="2105994"/>
      </dsp:txXfrm>
    </dsp:sp>
    <dsp:sp modelId="{A6E2080D-B717-4576-86BE-499B3B146D74}">
      <dsp:nvSpPr>
        <dsp:cNvPr id="0" name=""/>
        <dsp:cNvSpPr/>
      </dsp:nvSpPr>
      <dsp:spPr>
        <a:xfrm>
          <a:off x="0" y="2558361"/>
          <a:ext cx="3881538" cy="2333852"/>
        </a:xfrm>
        <a:prstGeom prst="roundRect">
          <a:avLst/>
        </a:prstGeom>
        <a:solidFill>
          <a:schemeClr val="accent2">
            <a:hueOff val="-816517"/>
            <a:satOff val="-3771"/>
            <a:lumOff val="-7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Coral reef restoration: Where we pick up broken pieces of corals from the sea bed and bring it to nurseries, treat them and plant/place them back in its habitat with corals that are already rooted. </a:t>
          </a:r>
        </a:p>
      </dsp:txBody>
      <dsp:txXfrm>
        <a:off x="113929" y="2672290"/>
        <a:ext cx="3653680" cy="2105994"/>
      </dsp:txXfrm>
    </dsp:sp>
    <dsp:sp modelId="{17AE9832-F363-4B54-A4D4-D5F3C9D00690}">
      <dsp:nvSpPr>
        <dsp:cNvPr id="0" name=""/>
        <dsp:cNvSpPr/>
      </dsp:nvSpPr>
      <dsp:spPr>
        <a:xfrm>
          <a:off x="0" y="4949814"/>
          <a:ext cx="3881538" cy="2333852"/>
        </a:xfrm>
        <a:prstGeom prst="roundRect">
          <a:avLst/>
        </a:prstGeom>
        <a:solidFill>
          <a:schemeClr val="accent2">
            <a:hueOff val="-1633033"/>
            <a:satOff val="-7543"/>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Desulphurization : In vehicles there is a lot of fuel used to run it . So, In that process ,The burning of sulfur-containing fuels results to getting sulfur dioxide. This sulfur dioxide is released into the atmosphere .And is very harmful for the environment.  But , When we use desulfurization it can completely remove the sulfur from sulfur dioxide and oxygen is released into the air.</a:t>
          </a:r>
        </a:p>
      </dsp:txBody>
      <dsp:txXfrm>
        <a:off x="113929" y="5063743"/>
        <a:ext cx="3653680" cy="2105994"/>
      </dsp:txXfrm>
    </dsp:sp>
    <dsp:sp modelId="{66692F8F-298C-49AD-AB22-FB1DFE76A5B0}">
      <dsp:nvSpPr>
        <dsp:cNvPr id="0" name=""/>
        <dsp:cNvSpPr/>
      </dsp:nvSpPr>
      <dsp:spPr>
        <a:xfrm>
          <a:off x="0" y="7341266"/>
          <a:ext cx="3881538" cy="2333852"/>
        </a:xfrm>
        <a:prstGeom prst="roundRect">
          <a:avLst/>
        </a:prstGeom>
        <a:solidFill>
          <a:schemeClr val="accent2">
            <a:hueOff val="-2449550"/>
            <a:satOff val="-11314"/>
            <a:lumOff val="-23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Collecting microplastics from water Search and rescue bot which is used after disasters</a:t>
          </a:r>
        </a:p>
      </dsp:txBody>
      <dsp:txXfrm>
        <a:off x="113929" y="7455195"/>
        <a:ext cx="3653680" cy="21059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7EA8E6-C8D9-40EF-9521-B9AC4798F294}">
      <dsp:nvSpPr>
        <dsp:cNvPr id="0" name=""/>
        <dsp:cNvSpPr/>
      </dsp:nvSpPr>
      <dsp:spPr>
        <a:xfrm>
          <a:off x="0" y="0"/>
          <a:ext cx="388153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3902BD-0580-4D1A-B6F9-72A83322D9D5}">
      <dsp:nvSpPr>
        <dsp:cNvPr id="0" name=""/>
        <dsp:cNvSpPr/>
      </dsp:nvSpPr>
      <dsp:spPr>
        <a:xfrm>
          <a:off x="0" y="0"/>
          <a:ext cx="3881538" cy="2460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solidFill>
                <a:srgbClr val="444444"/>
              </a:solidFill>
              <a:latin typeface="Arial"/>
              <a:cs typeface="Arial"/>
            </a:rPr>
            <a:t>Problem with the circuit, the insulating tester does not work the way we wanted it to. Sending the message/email using </a:t>
          </a:r>
          <a:r>
            <a:rPr lang="en-US" sz="2500" kern="1200" err="1">
              <a:solidFill>
                <a:srgbClr val="444444"/>
              </a:solidFill>
              <a:latin typeface="Arial"/>
              <a:cs typeface="Arial"/>
            </a:rPr>
            <a:t>iot</a:t>
          </a:r>
          <a:r>
            <a:rPr lang="en-US" sz="2500" kern="1200">
              <a:solidFill>
                <a:srgbClr val="444444"/>
              </a:solidFill>
              <a:latin typeface="Arial"/>
              <a:cs typeface="Arial"/>
            </a:rPr>
            <a:t> can be</a:t>
          </a:r>
        </a:p>
      </dsp:txBody>
      <dsp:txXfrm>
        <a:off x="0" y="0"/>
        <a:ext cx="3881538" cy="2460506"/>
      </dsp:txXfrm>
    </dsp:sp>
    <dsp:sp modelId="{86F46D19-8FE2-4C04-8931-0FBA34000FB7}">
      <dsp:nvSpPr>
        <dsp:cNvPr id="0" name=""/>
        <dsp:cNvSpPr/>
      </dsp:nvSpPr>
      <dsp:spPr>
        <a:xfrm>
          <a:off x="0" y="2460506"/>
          <a:ext cx="3881538"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EA3E0E-62BD-42CA-8768-2DA5B83E85C3}">
      <dsp:nvSpPr>
        <dsp:cNvPr id="0" name=""/>
        <dsp:cNvSpPr/>
      </dsp:nvSpPr>
      <dsp:spPr>
        <a:xfrm>
          <a:off x="0" y="2460506"/>
          <a:ext cx="3881538" cy="2460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solidFill>
                <a:srgbClr val="444444"/>
              </a:solidFill>
              <a:latin typeface="Arial"/>
              <a:cs typeface="Arial"/>
            </a:rPr>
            <a:t>Slower due to problems like lag or functionality. Implementation on large scale The whole unit might stop providing </a:t>
          </a:r>
        </a:p>
      </dsp:txBody>
      <dsp:txXfrm>
        <a:off x="0" y="2460506"/>
        <a:ext cx="3881538" cy="2460506"/>
      </dsp:txXfrm>
    </dsp:sp>
    <dsp:sp modelId="{007ADA9E-16B4-4A12-A357-D41E55857286}">
      <dsp:nvSpPr>
        <dsp:cNvPr id="0" name=""/>
        <dsp:cNvSpPr/>
      </dsp:nvSpPr>
      <dsp:spPr>
        <a:xfrm>
          <a:off x="0" y="4921013"/>
          <a:ext cx="3881538"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CA7C74-09F6-48E5-9A33-01736D41E10C}">
      <dsp:nvSpPr>
        <dsp:cNvPr id="0" name=""/>
        <dsp:cNvSpPr/>
      </dsp:nvSpPr>
      <dsp:spPr>
        <a:xfrm>
          <a:off x="0" y="4921013"/>
          <a:ext cx="3881538" cy="2460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solidFill>
                <a:srgbClr val="444444"/>
              </a:solidFill>
              <a:latin typeface="Arial"/>
              <a:cs typeface="Arial"/>
            </a:rPr>
            <a:t>electricity Which in turn might not send electricity to the houses in the </a:t>
          </a:r>
        </a:p>
      </dsp:txBody>
      <dsp:txXfrm>
        <a:off x="0" y="4921013"/>
        <a:ext cx="3881538" cy="2460506"/>
      </dsp:txXfrm>
    </dsp:sp>
    <dsp:sp modelId="{547840D5-CD22-4761-B149-42B75501299A}">
      <dsp:nvSpPr>
        <dsp:cNvPr id="0" name=""/>
        <dsp:cNvSpPr/>
      </dsp:nvSpPr>
      <dsp:spPr>
        <a:xfrm>
          <a:off x="0" y="7381520"/>
          <a:ext cx="3881538"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25DAF1-FD00-4BFC-B7FB-BA60E4BF5719}">
      <dsp:nvSpPr>
        <dsp:cNvPr id="0" name=""/>
        <dsp:cNvSpPr/>
      </dsp:nvSpPr>
      <dsp:spPr>
        <a:xfrm>
          <a:off x="0" y="7381520"/>
          <a:ext cx="3881538" cy="2460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rtl="0">
            <a:lnSpc>
              <a:spcPct val="90000"/>
            </a:lnSpc>
            <a:spcBef>
              <a:spcPct val="0"/>
            </a:spcBef>
            <a:spcAft>
              <a:spcPct val="35000"/>
            </a:spcAft>
            <a:buNone/>
          </a:pPr>
          <a:r>
            <a:rPr lang="en-US" sz="2500" kern="1200">
              <a:solidFill>
                <a:srgbClr val="444444"/>
              </a:solidFill>
              <a:latin typeface="Arial"/>
              <a:cs typeface="Arial"/>
            </a:rPr>
            <a:t>Village so an alternative to pass electricity can be implemented. We can switch off only the electricity passed through that particular unit.</a:t>
          </a:r>
        </a:p>
      </dsp:txBody>
      <dsp:txXfrm>
        <a:off x="0" y="7381520"/>
        <a:ext cx="3881538" cy="246050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7-13T13:53:52.576"/>
    </inkml:context>
    <inkml:brush xml:id="br0">
      <inkml:brushProperty name="width" value="0.1" units="cm"/>
      <inkml:brushProperty name="height" value="0.1" units="cm"/>
    </inkml:brush>
  </inkml:definitions>
  <inkml:trace contextRef="#ctx0" brushRef="#br0">15538 2862 16383 0 0,'0'-2'0'0'0,"0"0"0"0"0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471488" y="8421125"/>
            <a:ext cx="2387019" cy="48768"/>
          </a:xfrm>
          <a:custGeom>
            <a:avLst/>
            <a:gdLst>
              <a:gd name="connsiteX0" fmla="*/ 0 w 2387019"/>
              <a:gd name="connsiteY0" fmla="*/ 0 h 48768"/>
              <a:gd name="connsiteX1" fmla="*/ 572885 w 2387019"/>
              <a:gd name="connsiteY1" fmla="*/ 0 h 48768"/>
              <a:gd name="connsiteX2" fmla="*/ 1169639 w 2387019"/>
              <a:gd name="connsiteY2" fmla="*/ 0 h 48768"/>
              <a:gd name="connsiteX3" fmla="*/ 1766394 w 2387019"/>
              <a:gd name="connsiteY3" fmla="*/ 0 h 48768"/>
              <a:gd name="connsiteX4" fmla="*/ 2387019 w 2387019"/>
              <a:gd name="connsiteY4" fmla="*/ 0 h 48768"/>
              <a:gd name="connsiteX5" fmla="*/ 2387019 w 2387019"/>
              <a:gd name="connsiteY5" fmla="*/ 48768 h 48768"/>
              <a:gd name="connsiteX6" fmla="*/ 1790264 w 2387019"/>
              <a:gd name="connsiteY6" fmla="*/ 48768 h 48768"/>
              <a:gd name="connsiteX7" fmla="*/ 1241250 w 2387019"/>
              <a:gd name="connsiteY7" fmla="*/ 48768 h 48768"/>
              <a:gd name="connsiteX8" fmla="*/ 692236 w 2387019"/>
              <a:gd name="connsiteY8" fmla="*/ 48768 h 48768"/>
              <a:gd name="connsiteX9" fmla="*/ 0 w 2387019"/>
              <a:gd name="connsiteY9" fmla="*/ 48768 h 48768"/>
              <a:gd name="connsiteX10" fmla="*/ 0 w 2387019"/>
              <a:gd name="connsiteY10" fmla="*/ 0 h 4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7019" h="48768" fill="none" extrusionOk="0">
                <a:moveTo>
                  <a:pt x="0" y="0"/>
                </a:moveTo>
                <a:cubicBezTo>
                  <a:pt x="269002" y="13099"/>
                  <a:pt x="337839" y="4150"/>
                  <a:pt x="572885" y="0"/>
                </a:cubicBezTo>
                <a:cubicBezTo>
                  <a:pt x="807932" y="-4150"/>
                  <a:pt x="1038930" y="14610"/>
                  <a:pt x="1169639" y="0"/>
                </a:cubicBezTo>
                <a:cubicBezTo>
                  <a:pt x="1300348" y="-14610"/>
                  <a:pt x="1561093" y="18673"/>
                  <a:pt x="1766394" y="0"/>
                </a:cubicBezTo>
                <a:cubicBezTo>
                  <a:pt x="1971696" y="-18673"/>
                  <a:pt x="2153568" y="403"/>
                  <a:pt x="2387019" y="0"/>
                </a:cubicBezTo>
                <a:cubicBezTo>
                  <a:pt x="2387170" y="10300"/>
                  <a:pt x="2386440" y="36821"/>
                  <a:pt x="2387019" y="48768"/>
                </a:cubicBezTo>
                <a:cubicBezTo>
                  <a:pt x="2109796" y="66633"/>
                  <a:pt x="2071318" y="68801"/>
                  <a:pt x="1790264" y="48768"/>
                </a:cubicBezTo>
                <a:cubicBezTo>
                  <a:pt x="1509211" y="28735"/>
                  <a:pt x="1406069" y="59877"/>
                  <a:pt x="1241250" y="48768"/>
                </a:cubicBezTo>
                <a:cubicBezTo>
                  <a:pt x="1076431" y="37659"/>
                  <a:pt x="931475" y="71833"/>
                  <a:pt x="692236" y="48768"/>
                </a:cubicBezTo>
                <a:cubicBezTo>
                  <a:pt x="452997" y="25703"/>
                  <a:pt x="197757" y="72419"/>
                  <a:pt x="0" y="48768"/>
                </a:cubicBezTo>
                <a:cubicBezTo>
                  <a:pt x="227" y="31095"/>
                  <a:pt x="-1258" y="20579"/>
                  <a:pt x="0" y="0"/>
                </a:cubicBezTo>
                <a:close/>
              </a:path>
              <a:path w="2387019" h="48768" stroke="0" extrusionOk="0">
                <a:moveTo>
                  <a:pt x="0" y="0"/>
                </a:moveTo>
                <a:cubicBezTo>
                  <a:pt x="284299" y="-4796"/>
                  <a:pt x="337491" y="7899"/>
                  <a:pt x="572885" y="0"/>
                </a:cubicBezTo>
                <a:cubicBezTo>
                  <a:pt x="808280" y="-7899"/>
                  <a:pt x="873489" y="-3075"/>
                  <a:pt x="1098029" y="0"/>
                </a:cubicBezTo>
                <a:cubicBezTo>
                  <a:pt x="1322569" y="3075"/>
                  <a:pt x="1581035" y="-13666"/>
                  <a:pt x="1742524" y="0"/>
                </a:cubicBezTo>
                <a:cubicBezTo>
                  <a:pt x="1904014" y="13666"/>
                  <a:pt x="2127735" y="23421"/>
                  <a:pt x="2387019" y="0"/>
                </a:cubicBezTo>
                <a:cubicBezTo>
                  <a:pt x="2386519" y="13134"/>
                  <a:pt x="2389382" y="36052"/>
                  <a:pt x="2387019" y="48768"/>
                </a:cubicBezTo>
                <a:cubicBezTo>
                  <a:pt x="2226413" y="64684"/>
                  <a:pt x="2090639" y="58663"/>
                  <a:pt x="1838005" y="48768"/>
                </a:cubicBezTo>
                <a:cubicBezTo>
                  <a:pt x="1585371" y="38873"/>
                  <a:pt x="1508710" y="40157"/>
                  <a:pt x="1288990" y="48768"/>
                </a:cubicBezTo>
                <a:cubicBezTo>
                  <a:pt x="1069271" y="57379"/>
                  <a:pt x="930701" y="72102"/>
                  <a:pt x="644495" y="48768"/>
                </a:cubicBezTo>
                <a:cubicBezTo>
                  <a:pt x="358290" y="25434"/>
                  <a:pt x="306175" y="74519"/>
                  <a:pt x="0" y="48768"/>
                </a:cubicBezTo>
                <a:cubicBezTo>
                  <a:pt x="-44" y="31824"/>
                  <a:pt x="-1536" y="2093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473202" y="796544"/>
            <a:ext cx="5915025" cy="7233920"/>
          </a:xfrm>
        </p:spPr>
        <p:txBody>
          <a:bodyPr anchor="b">
            <a:no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473202" y="8859520"/>
            <a:ext cx="5915025" cy="1999488"/>
          </a:xfrm>
        </p:spPr>
        <p:txBody>
          <a:bodyPr>
            <a:normAutofit/>
          </a:bodyPr>
          <a:lstStyle>
            <a:lvl1pPr marL="0" indent="0" algn="l">
              <a:buNone/>
              <a:defRPr sz="1575"/>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7/13/2024</a:t>
            </a:fld>
            <a:endParaRPr lang="en-US"/>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04774110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471488" y="3430016"/>
            <a:ext cx="5915025" cy="7559040"/>
          </a:xfrm>
        </p:spPr>
        <p:txBody>
          <a:bodyPr>
            <a:normAutofit/>
          </a:bodyPr>
          <a:lstStyle>
            <a:lvl1pPr>
              <a:defRPr sz="1575"/>
            </a:lvl1pPr>
            <a:lvl2pPr>
              <a:defRPr sz="1350"/>
            </a:lvl2pPr>
            <a:lvl3pPr>
              <a:defRPr sz="1125"/>
            </a:lvl3pPr>
            <a:lvl4pPr>
              <a:defRPr sz="1013"/>
            </a:lvl4pPr>
            <a:lvl5pPr>
              <a:defRPr sz="101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7/13/2024</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471487" y="3039872"/>
            <a:ext cx="5915025" cy="48768"/>
          </a:xfrm>
          <a:custGeom>
            <a:avLst/>
            <a:gdLst>
              <a:gd name="connsiteX0" fmla="*/ 0 w 5915025"/>
              <a:gd name="connsiteY0" fmla="*/ 0 h 48768"/>
              <a:gd name="connsiteX1" fmla="*/ 538924 w 5915025"/>
              <a:gd name="connsiteY1" fmla="*/ 0 h 48768"/>
              <a:gd name="connsiteX2" fmla="*/ 1136999 w 5915025"/>
              <a:gd name="connsiteY2" fmla="*/ 0 h 48768"/>
              <a:gd name="connsiteX3" fmla="*/ 1675924 w 5915025"/>
              <a:gd name="connsiteY3" fmla="*/ 0 h 48768"/>
              <a:gd name="connsiteX4" fmla="*/ 2392299 w 5915025"/>
              <a:gd name="connsiteY4" fmla="*/ 0 h 48768"/>
              <a:gd name="connsiteX5" fmla="*/ 3049524 w 5915025"/>
              <a:gd name="connsiteY5" fmla="*/ 0 h 48768"/>
              <a:gd name="connsiteX6" fmla="*/ 3706749 w 5915025"/>
              <a:gd name="connsiteY6" fmla="*/ 0 h 48768"/>
              <a:gd name="connsiteX7" fmla="*/ 4482275 w 5915025"/>
              <a:gd name="connsiteY7" fmla="*/ 0 h 48768"/>
              <a:gd name="connsiteX8" fmla="*/ 5198650 w 5915025"/>
              <a:gd name="connsiteY8" fmla="*/ 0 h 48768"/>
              <a:gd name="connsiteX9" fmla="*/ 5915025 w 5915025"/>
              <a:gd name="connsiteY9" fmla="*/ 0 h 48768"/>
              <a:gd name="connsiteX10" fmla="*/ 5915025 w 5915025"/>
              <a:gd name="connsiteY10" fmla="*/ 48768 h 48768"/>
              <a:gd name="connsiteX11" fmla="*/ 5435251 w 5915025"/>
              <a:gd name="connsiteY11" fmla="*/ 48768 h 48768"/>
              <a:gd name="connsiteX12" fmla="*/ 4896326 w 5915025"/>
              <a:gd name="connsiteY12" fmla="*/ 48768 h 48768"/>
              <a:gd name="connsiteX13" fmla="*/ 4179951 w 5915025"/>
              <a:gd name="connsiteY13" fmla="*/ 48768 h 48768"/>
              <a:gd name="connsiteX14" fmla="*/ 3404426 w 5915025"/>
              <a:gd name="connsiteY14" fmla="*/ 48768 h 48768"/>
              <a:gd name="connsiteX15" fmla="*/ 2806351 w 5915025"/>
              <a:gd name="connsiteY15" fmla="*/ 48768 h 48768"/>
              <a:gd name="connsiteX16" fmla="*/ 2030825 w 5915025"/>
              <a:gd name="connsiteY16" fmla="*/ 48768 h 48768"/>
              <a:gd name="connsiteX17" fmla="*/ 1491901 w 5915025"/>
              <a:gd name="connsiteY17" fmla="*/ 48768 h 48768"/>
              <a:gd name="connsiteX18" fmla="*/ 1012127 w 5915025"/>
              <a:gd name="connsiteY18" fmla="*/ 48768 h 48768"/>
              <a:gd name="connsiteX19" fmla="*/ 0 w 5915025"/>
              <a:gd name="connsiteY19" fmla="*/ 48768 h 48768"/>
              <a:gd name="connsiteX20" fmla="*/ 0 w 5915025"/>
              <a:gd name="connsiteY20" fmla="*/ 0 h 4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915025" h="48768" fill="none" extrusionOk="0">
                <a:moveTo>
                  <a:pt x="0" y="0"/>
                </a:moveTo>
                <a:cubicBezTo>
                  <a:pt x="197330" y="-4386"/>
                  <a:pt x="412106" y="15162"/>
                  <a:pt x="538924" y="0"/>
                </a:cubicBezTo>
                <a:cubicBezTo>
                  <a:pt x="665742" y="-15162"/>
                  <a:pt x="947944" y="-24394"/>
                  <a:pt x="1136999" y="0"/>
                </a:cubicBezTo>
                <a:cubicBezTo>
                  <a:pt x="1326055" y="24394"/>
                  <a:pt x="1526611" y="21449"/>
                  <a:pt x="1675924" y="0"/>
                </a:cubicBezTo>
                <a:cubicBezTo>
                  <a:pt x="1825237" y="-21449"/>
                  <a:pt x="2222666" y="-17148"/>
                  <a:pt x="2392299" y="0"/>
                </a:cubicBezTo>
                <a:cubicBezTo>
                  <a:pt x="2561933" y="17148"/>
                  <a:pt x="2828586" y="-14057"/>
                  <a:pt x="3049524" y="0"/>
                </a:cubicBezTo>
                <a:cubicBezTo>
                  <a:pt x="3270462" y="14057"/>
                  <a:pt x="3569846" y="29000"/>
                  <a:pt x="3706749" y="0"/>
                </a:cubicBezTo>
                <a:cubicBezTo>
                  <a:pt x="3843652" y="-29000"/>
                  <a:pt x="4156822" y="-36687"/>
                  <a:pt x="4482275" y="0"/>
                </a:cubicBezTo>
                <a:cubicBezTo>
                  <a:pt x="4807728" y="36687"/>
                  <a:pt x="4960327" y="29880"/>
                  <a:pt x="5198650" y="0"/>
                </a:cubicBezTo>
                <a:cubicBezTo>
                  <a:pt x="5436974" y="-29880"/>
                  <a:pt x="5636495" y="-7003"/>
                  <a:pt x="5915025" y="0"/>
                </a:cubicBezTo>
                <a:cubicBezTo>
                  <a:pt x="5915099" y="11008"/>
                  <a:pt x="5916224" y="36082"/>
                  <a:pt x="5915025" y="48768"/>
                </a:cubicBezTo>
                <a:cubicBezTo>
                  <a:pt x="5678019" y="51759"/>
                  <a:pt x="5669222" y="54967"/>
                  <a:pt x="5435251" y="48768"/>
                </a:cubicBezTo>
                <a:cubicBezTo>
                  <a:pt x="5201280" y="42569"/>
                  <a:pt x="5072342" y="34785"/>
                  <a:pt x="4896326" y="48768"/>
                </a:cubicBezTo>
                <a:cubicBezTo>
                  <a:pt x="4720311" y="62751"/>
                  <a:pt x="4429756" y="26138"/>
                  <a:pt x="4179951" y="48768"/>
                </a:cubicBezTo>
                <a:cubicBezTo>
                  <a:pt x="3930146" y="71398"/>
                  <a:pt x="3671002" y="45873"/>
                  <a:pt x="3404426" y="48768"/>
                </a:cubicBezTo>
                <a:cubicBezTo>
                  <a:pt x="3137850" y="51663"/>
                  <a:pt x="2992114" y="70738"/>
                  <a:pt x="2806351" y="48768"/>
                </a:cubicBezTo>
                <a:cubicBezTo>
                  <a:pt x="2620589" y="26798"/>
                  <a:pt x="2262796" y="11778"/>
                  <a:pt x="2030825" y="48768"/>
                </a:cubicBezTo>
                <a:cubicBezTo>
                  <a:pt x="1798854" y="85758"/>
                  <a:pt x="1645929" y="21834"/>
                  <a:pt x="1491901" y="48768"/>
                </a:cubicBezTo>
                <a:cubicBezTo>
                  <a:pt x="1337873" y="75702"/>
                  <a:pt x="1204264" y="45702"/>
                  <a:pt x="1012127" y="48768"/>
                </a:cubicBezTo>
                <a:cubicBezTo>
                  <a:pt x="819990" y="51834"/>
                  <a:pt x="362155" y="11322"/>
                  <a:pt x="0" y="48768"/>
                </a:cubicBezTo>
                <a:cubicBezTo>
                  <a:pt x="1140" y="35266"/>
                  <a:pt x="2231" y="14561"/>
                  <a:pt x="0" y="0"/>
                </a:cubicBezTo>
                <a:close/>
              </a:path>
              <a:path w="5915025" h="48768" stroke="0" extrusionOk="0">
                <a:moveTo>
                  <a:pt x="0" y="0"/>
                </a:moveTo>
                <a:cubicBezTo>
                  <a:pt x="157241" y="-20769"/>
                  <a:pt x="424503" y="27178"/>
                  <a:pt x="598075" y="0"/>
                </a:cubicBezTo>
                <a:cubicBezTo>
                  <a:pt x="771647" y="-27178"/>
                  <a:pt x="915003" y="1965"/>
                  <a:pt x="1077849" y="0"/>
                </a:cubicBezTo>
                <a:cubicBezTo>
                  <a:pt x="1240695" y="-1965"/>
                  <a:pt x="1518767" y="-20973"/>
                  <a:pt x="1853375" y="0"/>
                </a:cubicBezTo>
                <a:cubicBezTo>
                  <a:pt x="2187983" y="20973"/>
                  <a:pt x="2270390" y="14192"/>
                  <a:pt x="2451449" y="0"/>
                </a:cubicBezTo>
                <a:cubicBezTo>
                  <a:pt x="2632508" y="-14192"/>
                  <a:pt x="2849445" y="-2851"/>
                  <a:pt x="3049524" y="0"/>
                </a:cubicBezTo>
                <a:cubicBezTo>
                  <a:pt x="3249604" y="2851"/>
                  <a:pt x="3546920" y="-12908"/>
                  <a:pt x="3825049" y="0"/>
                </a:cubicBezTo>
                <a:cubicBezTo>
                  <a:pt x="4103179" y="12908"/>
                  <a:pt x="4198896" y="-19379"/>
                  <a:pt x="4363974" y="0"/>
                </a:cubicBezTo>
                <a:cubicBezTo>
                  <a:pt x="4529052" y="19379"/>
                  <a:pt x="4877804" y="14207"/>
                  <a:pt x="5139500" y="0"/>
                </a:cubicBezTo>
                <a:cubicBezTo>
                  <a:pt x="5401196" y="-14207"/>
                  <a:pt x="5621649" y="-17903"/>
                  <a:pt x="5915025" y="0"/>
                </a:cubicBezTo>
                <a:cubicBezTo>
                  <a:pt x="5912622" y="11974"/>
                  <a:pt x="5916380" y="37782"/>
                  <a:pt x="5915025" y="48768"/>
                </a:cubicBezTo>
                <a:cubicBezTo>
                  <a:pt x="5770590" y="66488"/>
                  <a:pt x="5413032" y="78443"/>
                  <a:pt x="5257800" y="48768"/>
                </a:cubicBezTo>
                <a:cubicBezTo>
                  <a:pt x="5102569" y="19093"/>
                  <a:pt x="4809586" y="71654"/>
                  <a:pt x="4659725" y="48768"/>
                </a:cubicBezTo>
                <a:cubicBezTo>
                  <a:pt x="4509864" y="25882"/>
                  <a:pt x="4106189" y="67108"/>
                  <a:pt x="3884200" y="48768"/>
                </a:cubicBezTo>
                <a:cubicBezTo>
                  <a:pt x="3662211" y="30428"/>
                  <a:pt x="3359020" y="86661"/>
                  <a:pt x="3108674" y="48768"/>
                </a:cubicBezTo>
                <a:cubicBezTo>
                  <a:pt x="2858328" y="10875"/>
                  <a:pt x="2791222" y="25966"/>
                  <a:pt x="2569750" y="48768"/>
                </a:cubicBezTo>
                <a:cubicBezTo>
                  <a:pt x="2348278" y="71570"/>
                  <a:pt x="2234261" y="70789"/>
                  <a:pt x="1912525" y="48768"/>
                </a:cubicBezTo>
                <a:cubicBezTo>
                  <a:pt x="1590789" y="26747"/>
                  <a:pt x="1476628" y="39648"/>
                  <a:pt x="1136999" y="48768"/>
                </a:cubicBezTo>
                <a:cubicBezTo>
                  <a:pt x="797370" y="57888"/>
                  <a:pt x="264369" y="22788"/>
                  <a:pt x="0" y="48768"/>
                </a:cubicBezTo>
                <a:cubicBezTo>
                  <a:pt x="1046" y="25432"/>
                  <a:pt x="2343" y="21377"/>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schemeClr val="tx1"/>
              </a:solidFill>
            </a:endParaRPr>
          </a:p>
        </p:txBody>
      </p:sp>
    </p:spTree>
    <p:extLst>
      <p:ext uri="{BB962C8B-B14F-4D97-AF65-F5344CB8AC3E}">
        <p14:creationId xmlns:p14="http://schemas.microsoft.com/office/powerpoint/2010/main" val="321337810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473202" y="796544"/>
            <a:ext cx="5915025" cy="7233920"/>
          </a:xfrm>
        </p:spPr>
        <p:txBody>
          <a:bodyPr anchor="b">
            <a:normAutofit/>
          </a:bodyPr>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473202" y="8859520"/>
            <a:ext cx="5915025" cy="1999488"/>
          </a:xfrm>
        </p:spPr>
        <p:txBody>
          <a:bodyPr>
            <a:normAutofit/>
          </a:bodyPr>
          <a:lstStyle>
            <a:lvl1pPr marL="0" indent="0">
              <a:buNone/>
              <a:defRPr sz="1575">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7/13/2024</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471488" y="8421125"/>
            <a:ext cx="2387019" cy="48768"/>
          </a:xfrm>
          <a:custGeom>
            <a:avLst/>
            <a:gdLst>
              <a:gd name="connsiteX0" fmla="*/ 0 w 2387019"/>
              <a:gd name="connsiteY0" fmla="*/ 0 h 48768"/>
              <a:gd name="connsiteX1" fmla="*/ 572885 w 2387019"/>
              <a:gd name="connsiteY1" fmla="*/ 0 h 48768"/>
              <a:gd name="connsiteX2" fmla="*/ 1169639 w 2387019"/>
              <a:gd name="connsiteY2" fmla="*/ 0 h 48768"/>
              <a:gd name="connsiteX3" fmla="*/ 1766394 w 2387019"/>
              <a:gd name="connsiteY3" fmla="*/ 0 h 48768"/>
              <a:gd name="connsiteX4" fmla="*/ 2387019 w 2387019"/>
              <a:gd name="connsiteY4" fmla="*/ 0 h 48768"/>
              <a:gd name="connsiteX5" fmla="*/ 2387019 w 2387019"/>
              <a:gd name="connsiteY5" fmla="*/ 48768 h 48768"/>
              <a:gd name="connsiteX6" fmla="*/ 1790264 w 2387019"/>
              <a:gd name="connsiteY6" fmla="*/ 48768 h 48768"/>
              <a:gd name="connsiteX7" fmla="*/ 1241250 w 2387019"/>
              <a:gd name="connsiteY7" fmla="*/ 48768 h 48768"/>
              <a:gd name="connsiteX8" fmla="*/ 692236 w 2387019"/>
              <a:gd name="connsiteY8" fmla="*/ 48768 h 48768"/>
              <a:gd name="connsiteX9" fmla="*/ 0 w 2387019"/>
              <a:gd name="connsiteY9" fmla="*/ 48768 h 48768"/>
              <a:gd name="connsiteX10" fmla="*/ 0 w 2387019"/>
              <a:gd name="connsiteY10" fmla="*/ 0 h 4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7019" h="48768" fill="none" extrusionOk="0">
                <a:moveTo>
                  <a:pt x="0" y="0"/>
                </a:moveTo>
                <a:cubicBezTo>
                  <a:pt x="269002" y="13099"/>
                  <a:pt x="337839" y="4150"/>
                  <a:pt x="572885" y="0"/>
                </a:cubicBezTo>
                <a:cubicBezTo>
                  <a:pt x="807932" y="-4150"/>
                  <a:pt x="1038930" y="14610"/>
                  <a:pt x="1169639" y="0"/>
                </a:cubicBezTo>
                <a:cubicBezTo>
                  <a:pt x="1300348" y="-14610"/>
                  <a:pt x="1561093" y="18673"/>
                  <a:pt x="1766394" y="0"/>
                </a:cubicBezTo>
                <a:cubicBezTo>
                  <a:pt x="1971696" y="-18673"/>
                  <a:pt x="2153568" y="403"/>
                  <a:pt x="2387019" y="0"/>
                </a:cubicBezTo>
                <a:cubicBezTo>
                  <a:pt x="2387170" y="10300"/>
                  <a:pt x="2386440" y="36821"/>
                  <a:pt x="2387019" y="48768"/>
                </a:cubicBezTo>
                <a:cubicBezTo>
                  <a:pt x="2109796" y="66633"/>
                  <a:pt x="2071318" y="68801"/>
                  <a:pt x="1790264" y="48768"/>
                </a:cubicBezTo>
                <a:cubicBezTo>
                  <a:pt x="1509211" y="28735"/>
                  <a:pt x="1406069" y="59877"/>
                  <a:pt x="1241250" y="48768"/>
                </a:cubicBezTo>
                <a:cubicBezTo>
                  <a:pt x="1076431" y="37659"/>
                  <a:pt x="931475" y="71833"/>
                  <a:pt x="692236" y="48768"/>
                </a:cubicBezTo>
                <a:cubicBezTo>
                  <a:pt x="452997" y="25703"/>
                  <a:pt x="197757" y="72419"/>
                  <a:pt x="0" y="48768"/>
                </a:cubicBezTo>
                <a:cubicBezTo>
                  <a:pt x="227" y="31095"/>
                  <a:pt x="-1258" y="20579"/>
                  <a:pt x="0" y="0"/>
                </a:cubicBezTo>
                <a:close/>
              </a:path>
              <a:path w="2387019" h="48768" stroke="0" extrusionOk="0">
                <a:moveTo>
                  <a:pt x="0" y="0"/>
                </a:moveTo>
                <a:cubicBezTo>
                  <a:pt x="284299" y="-4796"/>
                  <a:pt x="337491" y="7899"/>
                  <a:pt x="572885" y="0"/>
                </a:cubicBezTo>
                <a:cubicBezTo>
                  <a:pt x="808280" y="-7899"/>
                  <a:pt x="873489" y="-3075"/>
                  <a:pt x="1098029" y="0"/>
                </a:cubicBezTo>
                <a:cubicBezTo>
                  <a:pt x="1322569" y="3075"/>
                  <a:pt x="1581035" y="-13666"/>
                  <a:pt x="1742524" y="0"/>
                </a:cubicBezTo>
                <a:cubicBezTo>
                  <a:pt x="1904014" y="13666"/>
                  <a:pt x="2127735" y="23421"/>
                  <a:pt x="2387019" y="0"/>
                </a:cubicBezTo>
                <a:cubicBezTo>
                  <a:pt x="2386519" y="13134"/>
                  <a:pt x="2389382" y="36052"/>
                  <a:pt x="2387019" y="48768"/>
                </a:cubicBezTo>
                <a:cubicBezTo>
                  <a:pt x="2226413" y="64684"/>
                  <a:pt x="2090639" y="58663"/>
                  <a:pt x="1838005" y="48768"/>
                </a:cubicBezTo>
                <a:cubicBezTo>
                  <a:pt x="1585371" y="38873"/>
                  <a:pt x="1508710" y="40157"/>
                  <a:pt x="1288990" y="48768"/>
                </a:cubicBezTo>
                <a:cubicBezTo>
                  <a:pt x="1069271" y="57379"/>
                  <a:pt x="930701" y="72102"/>
                  <a:pt x="644495" y="48768"/>
                </a:cubicBezTo>
                <a:cubicBezTo>
                  <a:pt x="358290" y="25434"/>
                  <a:pt x="306175" y="74519"/>
                  <a:pt x="0" y="48768"/>
                </a:cubicBezTo>
                <a:cubicBezTo>
                  <a:pt x="-44" y="31824"/>
                  <a:pt x="-1536" y="2093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schemeClr val="tx1"/>
              </a:solidFill>
            </a:endParaRPr>
          </a:p>
        </p:txBody>
      </p:sp>
    </p:spTree>
    <p:extLst>
      <p:ext uri="{BB962C8B-B14F-4D97-AF65-F5344CB8AC3E}">
        <p14:creationId xmlns:p14="http://schemas.microsoft.com/office/powerpoint/2010/main" val="287658573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471488" y="3430016"/>
            <a:ext cx="2914650" cy="7559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3471863" y="3430016"/>
            <a:ext cx="2914650" cy="7559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7/13/2024</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471487" y="3039872"/>
            <a:ext cx="5915025" cy="48768"/>
          </a:xfrm>
          <a:custGeom>
            <a:avLst/>
            <a:gdLst>
              <a:gd name="connsiteX0" fmla="*/ 0 w 5915025"/>
              <a:gd name="connsiteY0" fmla="*/ 0 h 48768"/>
              <a:gd name="connsiteX1" fmla="*/ 538924 w 5915025"/>
              <a:gd name="connsiteY1" fmla="*/ 0 h 48768"/>
              <a:gd name="connsiteX2" fmla="*/ 1136999 w 5915025"/>
              <a:gd name="connsiteY2" fmla="*/ 0 h 48768"/>
              <a:gd name="connsiteX3" fmla="*/ 1675924 w 5915025"/>
              <a:gd name="connsiteY3" fmla="*/ 0 h 48768"/>
              <a:gd name="connsiteX4" fmla="*/ 2392299 w 5915025"/>
              <a:gd name="connsiteY4" fmla="*/ 0 h 48768"/>
              <a:gd name="connsiteX5" fmla="*/ 3049524 w 5915025"/>
              <a:gd name="connsiteY5" fmla="*/ 0 h 48768"/>
              <a:gd name="connsiteX6" fmla="*/ 3706749 w 5915025"/>
              <a:gd name="connsiteY6" fmla="*/ 0 h 48768"/>
              <a:gd name="connsiteX7" fmla="*/ 4482275 w 5915025"/>
              <a:gd name="connsiteY7" fmla="*/ 0 h 48768"/>
              <a:gd name="connsiteX8" fmla="*/ 5198650 w 5915025"/>
              <a:gd name="connsiteY8" fmla="*/ 0 h 48768"/>
              <a:gd name="connsiteX9" fmla="*/ 5915025 w 5915025"/>
              <a:gd name="connsiteY9" fmla="*/ 0 h 48768"/>
              <a:gd name="connsiteX10" fmla="*/ 5915025 w 5915025"/>
              <a:gd name="connsiteY10" fmla="*/ 48768 h 48768"/>
              <a:gd name="connsiteX11" fmla="*/ 5435251 w 5915025"/>
              <a:gd name="connsiteY11" fmla="*/ 48768 h 48768"/>
              <a:gd name="connsiteX12" fmla="*/ 4896326 w 5915025"/>
              <a:gd name="connsiteY12" fmla="*/ 48768 h 48768"/>
              <a:gd name="connsiteX13" fmla="*/ 4179951 w 5915025"/>
              <a:gd name="connsiteY13" fmla="*/ 48768 h 48768"/>
              <a:gd name="connsiteX14" fmla="*/ 3404426 w 5915025"/>
              <a:gd name="connsiteY14" fmla="*/ 48768 h 48768"/>
              <a:gd name="connsiteX15" fmla="*/ 2806351 w 5915025"/>
              <a:gd name="connsiteY15" fmla="*/ 48768 h 48768"/>
              <a:gd name="connsiteX16" fmla="*/ 2030825 w 5915025"/>
              <a:gd name="connsiteY16" fmla="*/ 48768 h 48768"/>
              <a:gd name="connsiteX17" fmla="*/ 1491901 w 5915025"/>
              <a:gd name="connsiteY17" fmla="*/ 48768 h 48768"/>
              <a:gd name="connsiteX18" fmla="*/ 1012127 w 5915025"/>
              <a:gd name="connsiteY18" fmla="*/ 48768 h 48768"/>
              <a:gd name="connsiteX19" fmla="*/ 0 w 5915025"/>
              <a:gd name="connsiteY19" fmla="*/ 48768 h 48768"/>
              <a:gd name="connsiteX20" fmla="*/ 0 w 5915025"/>
              <a:gd name="connsiteY20" fmla="*/ 0 h 4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915025" h="48768" fill="none" extrusionOk="0">
                <a:moveTo>
                  <a:pt x="0" y="0"/>
                </a:moveTo>
                <a:cubicBezTo>
                  <a:pt x="197330" y="-4386"/>
                  <a:pt x="412106" y="15162"/>
                  <a:pt x="538924" y="0"/>
                </a:cubicBezTo>
                <a:cubicBezTo>
                  <a:pt x="665742" y="-15162"/>
                  <a:pt x="947944" y="-24394"/>
                  <a:pt x="1136999" y="0"/>
                </a:cubicBezTo>
                <a:cubicBezTo>
                  <a:pt x="1326055" y="24394"/>
                  <a:pt x="1526611" y="21449"/>
                  <a:pt x="1675924" y="0"/>
                </a:cubicBezTo>
                <a:cubicBezTo>
                  <a:pt x="1825237" y="-21449"/>
                  <a:pt x="2222666" y="-17148"/>
                  <a:pt x="2392299" y="0"/>
                </a:cubicBezTo>
                <a:cubicBezTo>
                  <a:pt x="2561933" y="17148"/>
                  <a:pt x="2828586" y="-14057"/>
                  <a:pt x="3049524" y="0"/>
                </a:cubicBezTo>
                <a:cubicBezTo>
                  <a:pt x="3270462" y="14057"/>
                  <a:pt x="3569846" y="29000"/>
                  <a:pt x="3706749" y="0"/>
                </a:cubicBezTo>
                <a:cubicBezTo>
                  <a:pt x="3843652" y="-29000"/>
                  <a:pt x="4156822" y="-36687"/>
                  <a:pt x="4482275" y="0"/>
                </a:cubicBezTo>
                <a:cubicBezTo>
                  <a:pt x="4807728" y="36687"/>
                  <a:pt x="4960327" y="29880"/>
                  <a:pt x="5198650" y="0"/>
                </a:cubicBezTo>
                <a:cubicBezTo>
                  <a:pt x="5436974" y="-29880"/>
                  <a:pt x="5636495" y="-7003"/>
                  <a:pt x="5915025" y="0"/>
                </a:cubicBezTo>
                <a:cubicBezTo>
                  <a:pt x="5915099" y="11008"/>
                  <a:pt x="5916224" y="36082"/>
                  <a:pt x="5915025" y="48768"/>
                </a:cubicBezTo>
                <a:cubicBezTo>
                  <a:pt x="5678019" y="51759"/>
                  <a:pt x="5669222" y="54967"/>
                  <a:pt x="5435251" y="48768"/>
                </a:cubicBezTo>
                <a:cubicBezTo>
                  <a:pt x="5201280" y="42569"/>
                  <a:pt x="5072342" y="34785"/>
                  <a:pt x="4896326" y="48768"/>
                </a:cubicBezTo>
                <a:cubicBezTo>
                  <a:pt x="4720311" y="62751"/>
                  <a:pt x="4429756" y="26138"/>
                  <a:pt x="4179951" y="48768"/>
                </a:cubicBezTo>
                <a:cubicBezTo>
                  <a:pt x="3930146" y="71398"/>
                  <a:pt x="3671002" y="45873"/>
                  <a:pt x="3404426" y="48768"/>
                </a:cubicBezTo>
                <a:cubicBezTo>
                  <a:pt x="3137850" y="51663"/>
                  <a:pt x="2992114" y="70738"/>
                  <a:pt x="2806351" y="48768"/>
                </a:cubicBezTo>
                <a:cubicBezTo>
                  <a:pt x="2620589" y="26798"/>
                  <a:pt x="2262796" y="11778"/>
                  <a:pt x="2030825" y="48768"/>
                </a:cubicBezTo>
                <a:cubicBezTo>
                  <a:pt x="1798854" y="85758"/>
                  <a:pt x="1645929" y="21834"/>
                  <a:pt x="1491901" y="48768"/>
                </a:cubicBezTo>
                <a:cubicBezTo>
                  <a:pt x="1337873" y="75702"/>
                  <a:pt x="1204264" y="45702"/>
                  <a:pt x="1012127" y="48768"/>
                </a:cubicBezTo>
                <a:cubicBezTo>
                  <a:pt x="819990" y="51834"/>
                  <a:pt x="362155" y="11322"/>
                  <a:pt x="0" y="48768"/>
                </a:cubicBezTo>
                <a:cubicBezTo>
                  <a:pt x="1140" y="35266"/>
                  <a:pt x="2231" y="14561"/>
                  <a:pt x="0" y="0"/>
                </a:cubicBezTo>
                <a:close/>
              </a:path>
              <a:path w="5915025" h="48768" stroke="0" extrusionOk="0">
                <a:moveTo>
                  <a:pt x="0" y="0"/>
                </a:moveTo>
                <a:cubicBezTo>
                  <a:pt x="157241" y="-20769"/>
                  <a:pt x="424503" y="27178"/>
                  <a:pt x="598075" y="0"/>
                </a:cubicBezTo>
                <a:cubicBezTo>
                  <a:pt x="771647" y="-27178"/>
                  <a:pt x="915003" y="1965"/>
                  <a:pt x="1077849" y="0"/>
                </a:cubicBezTo>
                <a:cubicBezTo>
                  <a:pt x="1240695" y="-1965"/>
                  <a:pt x="1518767" y="-20973"/>
                  <a:pt x="1853375" y="0"/>
                </a:cubicBezTo>
                <a:cubicBezTo>
                  <a:pt x="2187983" y="20973"/>
                  <a:pt x="2270390" y="14192"/>
                  <a:pt x="2451449" y="0"/>
                </a:cubicBezTo>
                <a:cubicBezTo>
                  <a:pt x="2632508" y="-14192"/>
                  <a:pt x="2849445" y="-2851"/>
                  <a:pt x="3049524" y="0"/>
                </a:cubicBezTo>
                <a:cubicBezTo>
                  <a:pt x="3249604" y="2851"/>
                  <a:pt x="3546920" y="-12908"/>
                  <a:pt x="3825049" y="0"/>
                </a:cubicBezTo>
                <a:cubicBezTo>
                  <a:pt x="4103179" y="12908"/>
                  <a:pt x="4198896" y="-19379"/>
                  <a:pt x="4363974" y="0"/>
                </a:cubicBezTo>
                <a:cubicBezTo>
                  <a:pt x="4529052" y="19379"/>
                  <a:pt x="4877804" y="14207"/>
                  <a:pt x="5139500" y="0"/>
                </a:cubicBezTo>
                <a:cubicBezTo>
                  <a:pt x="5401196" y="-14207"/>
                  <a:pt x="5621649" y="-17903"/>
                  <a:pt x="5915025" y="0"/>
                </a:cubicBezTo>
                <a:cubicBezTo>
                  <a:pt x="5912622" y="11974"/>
                  <a:pt x="5916380" y="37782"/>
                  <a:pt x="5915025" y="48768"/>
                </a:cubicBezTo>
                <a:cubicBezTo>
                  <a:pt x="5770590" y="66488"/>
                  <a:pt x="5413032" y="78443"/>
                  <a:pt x="5257800" y="48768"/>
                </a:cubicBezTo>
                <a:cubicBezTo>
                  <a:pt x="5102569" y="19093"/>
                  <a:pt x="4809586" y="71654"/>
                  <a:pt x="4659725" y="48768"/>
                </a:cubicBezTo>
                <a:cubicBezTo>
                  <a:pt x="4509864" y="25882"/>
                  <a:pt x="4106189" y="67108"/>
                  <a:pt x="3884200" y="48768"/>
                </a:cubicBezTo>
                <a:cubicBezTo>
                  <a:pt x="3662211" y="30428"/>
                  <a:pt x="3359020" y="86661"/>
                  <a:pt x="3108674" y="48768"/>
                </a:cubicBezTo>
                <a:cubicBezTo>
                  <a:pt x="2858328" y="10875"/>
                  <a:pt x="2791222" y="25966"/>
                  <a:pt x="2569750" y="48768"/>
                </a:cubicBezTo>
                <a:cubicBezTo>
                  <a:pt x="2348278" y="71570"/>
                  <a:pt x="2234261" y="70789"/>
                  <a:pt x="1912525" y="48768"/>
                </a:cubicBezTo>
                <a:cubicBezTo>
                  <a:pt x="1590789" y="26747"/>
                  <a:pt x="1476628" y="39648"/>
                  <a:pt x="1136999" y="48768"/>
                </a:cubicBezTo>
                <a:cubicBezTo>
                  <a:pt x="797370" y="57888"/>
                  <a:pt x="264369" y="22788"/>
                  <a:pt x="0" y="48768"/>
                </a:cubicBezTo>
                <a:cubicBezTo>
                  <a:pt x="1046" y="25432"/>
                  <a:pt x="2343" y="21377"/>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schemeClr val="tx1"/>
              </a:solidFill>
            </a:endParaRPr>
          </a:p>
        </p:txBody>
      </p:sp>
    </p:spTree>
    <p:extLst>
      <p:ext uri="{BB962C8B-B14F-4D97-AF65-F5344CB8AC3E}">
        <p14:creationId xmlns:p14="http://schemas.microsoft.com/office/powerpoint/2010/main" val="375568848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472381" y="649112"/>
            <a:ext cx="5915025" cy="2356556"/>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472381" y="3446272"/>
            <a:ext cx="2901255" cy="1464732"/>
          </a:xfrm>
        </p:spPr>
        <p:txBody>
          <a:bodyPr anchor="b">
            <a:normAutofit/>
          </a:bodyPr>
          <a:lstStyle>
            <a:lvl1pPr marL="0" indent="0">
              <a:buNone/>
              <a:defRPr sz="2025"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472381" y="5201920"/>
            <a:ext cx="2901255" cy="5803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3471863" y="3446272"/>
            <a:ext cx="2915543" cy="1464732"/>
          </a:xfrm>
        </p:spPr>
        <p:txBody>
          <a:bodyPr anchor="b">
            <a:normAutofit/>
          </a:bodyPr>
          <a:lstStyle>
            <a:lvl1pPr marL="0" indent="0">
              <a:buNone/>
              <a:defRPr sz="2025"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3471863" y="5201920"/>
            <a:ext cx="2915543" cy="5803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7/13/2024</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471487" y="3039872"/>
            <a:ext cx="5915025" cy="48768"/>
          </a:xfrm>
          <a:custGeom>
            <a:avLst/>
            <a:gdLst>
              <a:gd name="connsiteX0" fmla="*/ 0 w 5915025"/>
              <a:gd name="connsiteY0" fmla="*/ 0 h 48768"/>
              <a:gd name="connsiteX1" fmla="*/ 538924 w 5915025"/>
              <a:gd name="connsiteY1" fmla="*/ 0 h 48768"/>
              <a:gd name="connsiteX2" fmla="*/ 1136999 w 5915025"/>
              <a:gd name="connsiteY2" fmla="*/ 0 h 48768"/>
              <a:gd name="connsiteX3" fmla="*/ 1675924 w 5915025"/>
              <a:gd name="connsiteY3" fmla="*/ 0 h 48768"/>
              <a:gd name="connsiteX4" fmla="*/ 2392299 w 5915025"/>
              <a:gd name="connsiteY4" fmla="*/ 0 h 48768"/>
              <a:gd name="connsiteX5" fmla="*/ 3049524 w 5915025"/>
              <a:gd name="connsiteY5" fmla="*/ 0 h 48768"/>
              <a:gd name="connsiteX6" fmla="*/ 3706749 w 5915025"/>
              <a:gd name="connsiteY6" fmla="*/ 0 h 48768"/>
              <a:gd name="connsiteX7" fmla="*/ 4482275 w 5915025"/>
              <a:gd name="connsiteY7" fmla="*/ 0 h 48768"/>
              <a:gd name="connsiteX8" fmla="*/ 5198650 w 5915025"/>
              <a:gd name="connsiteY8" fmla="*/ 0 h 48768"/>
              <a:gd name="connsiteX9" fmla="*/ 5915025 w 5915025"/>
              <a:gd name="connsiteY9" fmla="*/ 0 h 48768"/>
              <a:gd name="connsiteX10" fmla="*/ 5915025 w 5915025"/>
              <a:gd name="connsiteY10" fmla="*/ 48768 h 48768"/>
              <a:gd name="connsiteX11" fmla="*/ 5435251 w 5915025"/>
              <a:gd name="connsiteY11" fmla="*/ 48768 h 48768"/>
              <a:gd name="connsiteX12" fmla="*/ 4896326 w 5915025"/>
              <a:gd name="connsiteY12" fmla="*/ 48768 h 48768"/>
              <a:gd name="connsiteX13" fmla="*/ 4179951 w 5915025"/>
              <a:gd name="connsiteY13" fmla="*/ 48768 h 48768"/>
              <a:gd name="connsiteX14" fmla="*/ 3404426 w 5915025"/>
              <a:gd name="connsiteY14" fmla="*/ 48768 h 48768"/>
              <a:gd name="connsiteX15" fmla="*/ 2806351 w 5915025"/>
              <a:gd name="connsiteY15" fmla="*/ 48768 h 48768"/>
              <a:gd name="connsiteX16" fmla="*/ 2030825 w 5915025"/>
              <a:gd name="connsiteY16" fmla="*/ 48768 h 48768"/>
              <a:gd name="connsiteX17" fmla="*/ 1491901 w 5915025"/>
              <a:gd name="connsiteY17" fmla="*/ 48768 h 48768"/>
              <a:gd name="connsiteX18" fmla="*/ 1012127 w 5915025"/>
              <a:gd name="connsiteY18" fmla="*/ 48768 h 48768"/>
              <a:gd name="connsiteX19" fmla="*/ 0 w 5915025"/>
              <a:gd name="connsiteY19" fmla="*/ 48768 h 48768"/>
              <a:gd name="connsiteX20" fmla="*/ 0 w 5915025"/>
              <a:gd name="connsiteY20" fmla="*/ 0 h 4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915025" h="48768" fill="none" extrusionOk="0">
                <a:moveTo>
                  <a:pt x="0" y="0"/>
                </a:moveTo>
                <a:cubicBezTo>
                  <a:pt x="197330" y="-4386"/>
                  <a:pt x="412106" y="15162"/>
                  <a:pt x="538924" y="0"/>
                </a:cubicBezTo>
                <a:cubicBezTo>
                  <a:pt x="665742" y="-15162"/>
                  <a:pt x="947944" y="-24394"/>
                  <a:pt x="1136999" y="0"/>
                </a:cubicBezTo>
                <a:cubicBezTo>
                  <a:pt x="1326055" y="24394"/>
                  <a:pt x="1526611" y="21449"/>
                  <a:pt x="1675924" y="0"/>
                </a:cubicBezTo>
                <a:cubicBezTo>
                  <a:pt x="1825237" y="-21449"/>
                  <a:pt x="2222666" y="-17148"/>
                  <a:pt x="2392299" y="0"/>
                </a:cubicBezTo>
                <a:cubicBezTo>
                  <a:pt x="2561933" y="17148"/>
                  <a:pt x="2828586" y="-14057"/>
                  <a:pt x="3049524" y="0"/>
                </a:cubicBezTo>
                <a:cubicBezTo>
                  <a:pt x="3270462" y="14057"/>
                  <a:pt x="3569846" y="29000"/>
                  <a:pt x="3706749" y="0"/>
                </a:cubicBezTo>
                <a:cubicBezTo>
                  <a:pt x="3843652" y="-29000"/>
                  <a:pt x="4156822" y="-36687"/>
                  <a:pt x="4482275" y="0"/>
                </a:cubicBezTo>
                <a:cubicBezTo>
                  <a:pt x="4807728" y="36687"/>
                  <a:pt x="4960327" y="29880"/>
                  <a:pt x="5198650" y="0"/>
                </a:cubicBezTo>
                <a:cubicBezTo>
                  <a:pt x="5436974" y="-29880"/>
                  <a:pt x="5636495" y="-7003"/>
                  <a:pt x="5915025" y="0"/>
                </a:cubicBezTo>
                <a:cubicBezTo>
                  <a:pt x="5915099" y="11008"/>
                  <a:pt x="5916224" y="36082"/>
                  <a:pt x="5915025" y="48768"/>
                </a:cubicBezTo>
                <a:cubicBezTo>
                  <a:pt x="5678019" y="51759"/>
                  <a:pt x="5669222" y="54967"/>
                  <a:pt x="5435251" y="48768"/>
                </a:cubicBezTo>
                <a:cubicBezTo>
                  <a:pt x="5201280" y="42569"/>
                  <a:pt x="5072342" y="34785"/>
                  <a:pt x="4896326" y="48768"/>
                </a:cubicBezTo>
                <a:cubicBezTo>
                  <a:pt x="4720311" y="62751"/>
                  <a:pt x="4429756" y="26138"/>
                  <a:pt x="4179951" y="48768"/>
                </a:cubicBezTo>
                <a:cubicBezTo>
                  <a:pt x="3930146" y="71398"/>
                  <a:pt x="3671002" y="45873"/>
                  <a:pt x="3404426" y="48768"/>
                </a:cubicBezTo>
                <a:cubicBezTo>
                  <a:pt x="3137850" y="51663"/>
                  <a:pt x="2992114" y="70738"/>
                  <a:pt x="2806351" y="48768"/>
                </a:cubicBezTo>
                <a:cubicBezTo>
                  <a:pt x="2620589" y="26798"/>
                  <a:pt x="2262796" y="11778"/>
                  <a:pt x="2030825" y="48768"/>
                </a:cubicBezTo>
                <a:cubicBezTo>
                  <a:pt x="1798854" y="85758"/>
                  <a:pt x="1645929" y="21834"/>
                  <a:pt x="1491901" y="48768"/>
                </a:cubicBezTo>
                <a:cubicBezTo>
                  <a:pt x="1337873" y="75702"/>
                  <a:pt x="1204264" y="45702"/>
                  <a:pt x="1012127" y="48768"/>
                </a:cubicBezTo>
                <a:cubicBezTo>
                  <a:pt x="819990" y="51834"/>
                  <a:pt x="362155" y="11322"/>
                  <a:pt x="0" y="48768"/>
                </a:cubicBezTo>
                <a:cubicBezTo>
                  <a:pt x="1140" y="35266"/>
                  <a:pt x="2231" y="14561"/>
                  <a:pt x="0" y="0"/>
                </a:cubicBezTo>
                <a:close/>
              </a:path>
              <a:path w="5915025" h="48768" stroke="0" extrusionOk="0">
                <a:moveTo>
                  <a:pt x="0" y="0"/>
                </a:moveTo>
                <a:cubicBezTo>
                  <a:pt x="157241" y="-20769"/>
                  <a:pt x="424503" y="27178"/>
                  <a:pt x="598075" y="0"/>
                </a:cubicBezTo>
                <a:cubicBezTo>
                  <a:pt x="771647" y="-27178"/>
                  <a:pt x="915003" y="1965"/>
                  <a:pt x="1077849" y="0"/>
                </a:cubicBezTo>
                <a:cubicBezTo>
                  <a:pt x="1240695" y="-1965"/>
                  <a:pt x="1518767" y="-20973"/>
                  <a:pt x="1853375" y="0"/>
                </a:cubicBezTo>
                <a:cubicBezTo>
                  <a:pt x="2187983" y="20973"/>
                  <a:pt x="2270390" y="14192"/>
                  <a:pt x="2451449" y="0"/>
                </a:cubicBezTo>
                <a:cubicBezTo>
                  <a:pt x="2632508" y="-14192"/>
                  <a:pt x="2849445" y="-2851"/>
                  <a:pt x="3049524" y="0"/>
                </a:cubicBezTo>
                <a:cubicBezTo>
                  <a:pt x="3249604" y="2851"/>
                  <a:pt x="3546920" y="-12908"/>
                  <a:pt x="3825049" y="0"/>
                </a:cubicBezTo>
                <a:cubicBezTo>
                  <a:pt x="4103179" y="12908"/>
                  <a:pt x="4198896" y="-19379"/>
                  <a:pt x="4363974" y="0"/>
                </a:cubicBezTo>
                <a:cubicBezTo>
                  <a:pt x="4529052" y="19379"/>
                  <a:pt x="4877804" y="14207"/>
                  <a:pt x="5139500" y="0"/>
                </a:cubicBezTo>
                <a:cubicBezTo>
                  <a:pt x="5401196" y="-14207"/>
                  <a:pt x="5621649" y="-17903"/>
                  <a:pt x="5915025" y="0"/>
                </a:cubicBezTo>
                <a:cubicBezTo>
                  <a:pt x="5912622" y="11974"/>
                  <a:pt x="5916380" y="37782"/>
                  <a:pt x="5915025" y="48768"/>
                </a:cubicBezTo>
                <a:cubicBezTo>
                  <a:pt x="5770590" y="66488"/>
                  <a:pt x="5413032" y="78443"/>
                  <a:pt x="5257800" y="48768"/>
                </a:cubicBezTo>
                <a:cubicBezTo>
                  <a:pt x="5102569" y="19093"/>
                  <a:pt x="4809586" y="71654"/>
                  <a:pt x="4659725" y="48768"/>
                </a:cubicBezTo>
                <a:cubicBezTo>
                  <a:pt x="4509864" y="25882"/>
                  <a:pt x="4106189" y="67108"/>
                  <a:pt x="3884200" y="48768"/>
                </a:cubicBezTo>
                <a:cubicBezTo>
                  <a:pt x="3662211" y="30428"/>
                  <a:pt x="3359020" y="86661"/>
                  <a:pt x="3108674" y="48768"/>
                </a:cubicBezTo>
                <a:cubicBezTo>
                  <a:pt x="2858328" y="10875"/>
                  <a:pt x="2791222" y="25966"/>
                  <a:pt x="2569750" y="48768"/>
                </a:cubicBezTo>
                <a:cubicBezTo>
                  <a:pt x="2348278" y="71570"/>
                  <a:pt x="2234261" y="70789"/>
                  <a:pt x="1912525" y="48768"/>
                </a:cubicBezTo>
                <a:cubicBezTo>
                  <a:pt x="1590789" y="26747"/>
                  <a:pt x="1476628" y="39648"/>
                  <a:pt x="1136999" y="48768"/>
                </a:cubicBezTo>
                <a:cubicBezTo>
                  <a:pt x="797370" y="57888"/>
                  <a:pt x="264369" y="22788"/>
                  <a:pt x="0" y="48768"/>
                </a:cubicBezTo>
                <a:cubicBezTo>
                  <a:pt x="1046" y="25432"/>
                  <a:pt x="2343" y="21377"/>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schemeClr val="tx1"/>
              </a:solidFill>
            </a:endParaRPr>
          </a:p>
        </p:txBody>
      </p:sp>
    </p:spTree>
    <p:extLst>
      <p:ext uri="{BB962C8B-B14F-4D97-AF65-F5344CB8AC3E}">
        <p14:creationId xmlns:p14="http://schemas.microsoft.com/office/powerpoint/2010/main" val="116723927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1239583" y="3072384"/>
            <a:ext cx="4377119" cy="6030976"/>
          </a:xfrm>
        </p:spPr>
        <p:txBody>
          <a:bodyPr>
            <a:normAutofit/>
          </a:bodyPr>
          <a:lstStyle>
            <a:lvl1pPr algn="ctr">
              <a:defRPr sz="4388"/>
            </a:lvl1pPr>
          </a:lstStyle>
          <a:p>
            <a:r>
              <a:rPr lang="en-US"/>
              <a:t>Click to edit Master title style</a:t>
            </a:r>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7/13/2024</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2235491" y="9114475"/>
            <a:ext cx="2387019" cy="48768"/>
          </a:xfrm>
          <a:custGeom>
            <a:avLst/>
            <a:gdLst>
              <a:gd name="connsiteX0" fmla="*/ 0 w 2387019"/>
              <a:gd name="connsiteY0" fmla="*/ 0 h 48768"/>
              <a:gd name="connsiteX1" fmla="*/ 572885 w 2387019"/>
              <a:gd name="connsiteY1" fmla="*/ 0 h 48768"/>
              <a:gd name="connsiteX2" fmla="*/ 1169639 w 2387019"/>
              <a:gd name="connsiteY2" fmla="*/ 0 h 48768"/>
              <a:gd name="connsiteX3" fmla="*/ 1766394 w 2387019"/>
              <a:gd name="connsiteY3" fmla="*/ 0 h 48768"/>
              <a:gd name="connsiteX4" fmla="*/ 2387019 w 2387019"/>
              <a:gd name="connsiteY4" fmla="*/ 0 h 48768"/>
              <a:gd name="connsiteX5" fmla="*/ 2387019 w 2387019"/>
              <a:gd name="connsiteY5" fmla="*/ 48768 h 48768"/>
              <a:gd name="connsiteX6" fmla="*/ 1790264 w 2387019"/>
              <a:gd name="connsiteY6" fmla="*/ 48768 h 48768"/>
              <a:gd name="connsiteX7" fmla="*/ 1241250 w 2387019"/>
              <a:gd name="connsiteY7" fmla="*/ 48768 h 48768"/>
              <a:gd name="connsiteX8" fmla="*/ 692236 w 2387019"/>
              <a:gd name="connsiteY8" fmla="*/ 48768 h 48768"/>
              <a:gd name="connsiteX9" fmla="*/ 0 w 2387019"/>
              <a:gd name="connsiteY9" fmla="*/ 48768 h 48768"/>
              <a:gd name="connsiteX10" fmla="*/ 0 w 2387019"/>
              <a:gd name="connsiteY10" fmla="*/ 0 h 4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7019" h="48768" fill="none" extrusionOk="0">
                <a:moveTo>
                  <a:pt x="0" y="0"/>
                </a:moveTo>
                <a:cubicBezTo>
                  <a:pt x="269002" y="13099"/>
                  <a:pt x="337839" y="4150"/>
                  <a:pt x="572885" y="0"/>
                </a:cubicBezTo>
                <a:cubicBezTo>
                  <a:pt x="807932" y="-4150"/>
                  <a:pt x="1038930" y="14610"/>
                  <a:pt x="1169639" y="0"/>
                </a:cubicBezTo>
                <a:cubicBezTo>
                  <a:pt x="1300348" y="-14610"/>
                  <a:pt x="1561093" y="18673"/>
                  <a:pt x="1766394" y="0"/>
                </a:cubicBezTo>
                <a:cubicBezTo>
                  <a:pt x="1971696" y="-18673"/>
                  <a:pt x="2153568" y="403"/>
                  <a:pt x="2387019" y="0"/>
                </a:cubicBezTo>
                <a:cubicBezTo>
                  <a:pt x="2387170" y="10300"/>
                  <a:pt x="2386440" y="36821"/>
                  <a:pt x="2387019" y="48768"/>
                </a:cubicBezTo>
                <a:cubicBezTo>
                  <a:pt x="2109796" y="66633"/>
                  <a:pt x="2071318" y="68801"/>
                  <a:pt x="1790264" y="48768"/>
                </a:cubicBezTo>
                <a:cubicBezTo>
                  <a:pt x="1509211" y="28735"/>
                  <a:pt x="1406069" y="59877"/>
                  <a:pt x="1241250" y="48768"/>
                </a:cubicBezTo>
                <a:cubicBezTo>
                  <a:pt x="1076431" y="37659"/>
                  <a:pt x="931475" y="71833"/>
                  <a:pt x="692236" y="48768"/>
                </a:cubicBezTo>
                <a:cubicBezTo>
                  <a:pt x="452997" y="25703"/>
                  <a:pt x="197757" y="72419"/>
                  <a:pt x="0" y="48768"/>
                </a:cubicBezTo>
                <a:cubicBezTo>
                  <a:pt x="227" y="31095"/>
                  <a:pt x="-1258" y="20579"/>
                  <a:pt x="0" y="0"/>
                </a:cubicBezTo>
                <a:close/>
              </a:path>
              <a:path w="2387019" h="48768" stroke="0" extrusionOk="0">
                <a:moveTo>
                  <a:pt x="0" y="0"/>
                </a:moveTo>
                <a:cubicBezTo>
                  <a:pt x="284299" y="-4796"/>
                  <a:pt x="337491" y="7899"/>
                  <a:pt x="572885" y="0"/>
                </a:cubicBezTo>
                <a:cubicBezTo>
                  <a:pt x="808280" y="-7899"/>
                  <a:pt x="873489" y="-3075"/>
                  <a:pt x="1098029" y="0"/>
                </a:cubicBezTo>
                <a:cubicBezTo>
                  <a:pt x="1322569" y="3075"/>
                  <a:pt x="1581035" y="-13666"/>
                  <a:pt x="1742524" y="0"/>
                </a:cubicBezTo>
                <a:cubicBezTo>
                  <a:pt x="1904014" y="13666"/>
                  <a:pt x="2127735" y="23421"/>
                  <a:pt x="2387019" y="0"/>
                </a:cubicBezTo>
                <a:cubicBezTo>
                  <a:pt x="2386519" y="13134"/>
                  <a:pt x="2389382" y="36052"/>
                  <a:pt x="2387019" y="48768"/>
                </a:cubicBezTo>
                <a:cubicBezTo>
                  <a:pt x="2226413" y="64684"/>
                  <a:pt x="2090639" y="58663"/>
                  <a:pt x="1838005" y="48768"/>
                </a:cubicBezTo>
                <a:cubicBezTo>
                  <a:pt x="1585371" y="38873"/>
                  <a:pt x="1508710" y="40157"/>
                  <a:pt x="1288990" y="48768"/>
                </a:cubicBezTo>
                <a:cubicBezTo>
                  <a:pt x="1069271" y="57379"/>
                  <a:pt x="930701" y="72102"/>
                  <a:pt x="644495" y="48768"/>
                </a:cubicBezTo>
                <a:cubicBezTo>
                  <a:pt x="358290" y="25434"/>
                  <a:pt x="306175" y="74519"/>
                  <a:pt x="0" y="48768"/>
                </a:cubicBezTo>
                <a:cubicBezTo>
                  <a:pt x="-44" y="31824"/>
                  <a:pt x="-1536" y="2093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schemeClr val="tx1"/>
              </a:solidFill>
            </a:endParaRPr>
          </a:p>
        </p:txBody>
      </p:sp>
    </p:spTree>
    <p:extLst>
      <p:ext uri="{BB962C8B-B14F-4D97-AF65-F5344CB8AC3E}">
        <p14:creationId xmlns:p14="http://schemas.microsoft.com/office/powerpoint/2010/main" val="376882419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7/13/2024</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80435482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472381" y="812800"/>
            <a:ext cx="2211883" cy="6096000"/>
          </a:xfrm>
        </p:spPr>
        <p:txBody>
          <a:bodyPr anchor="b">
            <a:normAutofit/>
          </a:bodyPr>
          <a:lstStyle>
            <a:lvl1pPr>
              <a:defRPr sz="3375"/>
            </a:lvl1pPr>
          </a:lstStyle>
          <a:p>
            <a:r>
              <a:rPr lang="en-US"/>
              <a:t>Click to edit Master title style</a:t>
            </a:r>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2983230" y="975360"/>
            <a:ext cx="3404997" cy="9656064"/>
          </a:xfrm>
        </p:spPr>
        <p:txBody>
          <a:bodyPr anchor="ct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472381" y="7071360"/>
            <a:ext cx="2211883" cy="3560064"/>
          </a:xfrm>
        </p:spPr>
        <p:txBody>
          <a:bodyPr>
            <a:normAutofit/>
          </a:bodyPr>
          <a:lstStyle>
            <a:lvl1pPr marL="0" indent="0">
              <a:buNone/>
              <a:defRPr sz="18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7/13/2024</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1148973" y="5801812"/>
            <a:ext cx="7965440" cy="15431"/>
          </a:xfrm>
          <a:custGeom>
            <a:avLst/>
            <a:gdLst>
              <a:gd name="connsiteX0" fmla="*/ 0 w 7965440"/>
              <a:gd name="connsiteY0" fmla="*/ 0 h 15431"/>
              <a:gd name="connsiteX1" fmla="*/ 424823 w 7965440"/>
              <a:gd name="connsiteY1" fmla="*/ 0 h 15431"/>
              <a:gd name="connsiteX2" fmla="*/ 1168265 w 7965440"/>
              <a:gd name="connsiteY2" fmla="*/ 0 h 15431"/>
              <a:gd name="connsiteX3" fmla="*/ 1593088 w 7965440"/>
              <a:gd name="connsiteY3" fmla="*/ 0 h 15431"/>
              <a:gd name="connsiteX4" fmla="*/ 2177220 w 7965440"/>
              <a:gd name="connsiteY4" fmla="*/ 0 h 15431"/>
              <a:gd name="connsiteX5" fmla="*/ 3000316 w 7965440"/>
              <a:gd name="connsiteY5" fmla="*/ 0 h 15431"/>
              <a:gd name="connsiteX6" fmla="*/ 3664102 w 7965440"/>
              <a:gd name="connsiteY6" fmla="*/ 0 h 15431"/>
              <a:gd name="connsiteX7" fmla="*/ 4407543 w 7965440"/>
              <a:gd name="connsiteY7" fmla="*/ 0 h 15431"/>
              <a:gd name="connsiteX8" fmla="*/ 4991676 w 7965440"/>
              <a:gd name="connsiteY8" fmla="*/ 0 h 15431"/>
              <a:gd name="connsiteX9" fmla="*/ 5655462 w 7965440"/>
              <a:gd name="connsiteY9" fmla="*/ 0 h 15431"/>
              <a:gd name="connsiteX10" fmla="*/ 6478558 w 7965440"/>
              <a:gd name="connsiteY10" fmla="*/ 0 h 15431"/>
              <a:gd name="connsiteX11" fmla="*/ 6983036 w 7965440"/>
              <a:gd name="connsiteY11" fmla="*/ 0 h 15431"/>
              <a:gd name="connsiteX12" fmla="*/ 7965440 w 7965440"/>
              <a:gd name="connsiteY12" fmla="*/ 0 h 15431"/>
              <a:gd name="connsiteX13" fmla="*/ 7965440 w 7965440"/>
              <a:gd name="connsiteY13" fmla="*/ 15431 h 15431"/>
              <a:gd name="connsiteX14" fmla="*/ 7381308 w 7965440"/>
              <a:gd name="connsiteY14" fmla="*/ 15431 h 15431"/>
              <a:gd name="connsiteX15" fmla="*/ 6956484 w 7965440"/>
              <a:gd name="connsiteY15" fmla="*/ 15431 h 15431"/>
              <a:gd name="connsiteX16" fmla="*/ 6292698 w 7965440"/>
              <a:gd name="connsiteY16" fmla="*/ 15431 h 15431"/>
              <a:gd name="connsiteX17" fmla="*/ 5788220 w 7965440"/>
              <a:gd name="connsiteY17" fmla="*/ 15431 h 15431"/>
              <a:gd name="connsiteX18" fmla="*/ 5124433 w 7965440"/>
              <a:gd name="connsiteY18" fmla="*/ 15431 h 15431"/>
              <a:gd name="connsiteX19" fmla="*/ 4460646 w 7965440"/>
              <a:gd name="connsiteY19" fmla="*/ 15431 h 15431"/>
              <a:gd name="connsiteX20" fmla="*/ 3796860 w 7965440"/>
              <a:gd name="connsiteY20" fmla="*/ 15431 h 15431"/>
              <a:gd name="connsiteX21" fmla="*/ 3133073 w 7965440"/>
              <a:gd name="connsiteY21" fmla="*/ 15431 h 15431"/>
              <a:gd name="connsiteX22" fmla="*/ 2548941 w 7965440"/>
              <a:gd name="connsiteY22" fmla="*/ 15431 h 15431"/>
              <a:gd name="connsiteX23" fmla="*/ 1805500 w 7965440"/>
              <a:gd name="connsiteY23" fmla="*/ 15431 h 15431"/>
              <a:gd name="connsiteX24" fmla="*/ 1141713 w 7965440"/>
              <a:gd name="connsiteY24" fmla="*/ 15431 h 15431"/>
              <a:gd name="connsiteX25" fmla="*/ 0 w 7965440"/>
              <a:gd name="connsiteY25" fmla="*/ 15431 h 15431"/>
              <a:gd name="connsiteX26" fmla="*/ 0 w 7965440"/>
              <a:gd name="connsiteY26" fmla="*/ 0 h 15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965440" h="15431" fill="none" extrusionOk="0">
                <a:moveTo>
                  <a:pt x="0" y="0"/>
                </a:moveTo>
                <a:cubicBezTo>
                  <a:pt x="194654" y="-11589"/>
                  <a:pt x="286362" y="15653"/>
                  <a:pt x="424823" y="0"/>
                </a:cubicBezTo>
                <a:cubicBezTo>
                  <a:pt x="563284" y="-15653"/>
                  <a:pt x="937091" y="33303"/>
                  <a:pt x="1168265" y="0"/>
                </a:cubicBezTo>
                <a:cubicBezTo>
                  <a:pt x="1399439" y="-33303"/>
                  <a:pt x="1394901" y="-9093"/>
                  <a:pt x="1593088" y="0"/>
                </a:cubicBezTo>
                <a:cubicBezTo>
                  <a:pt x="1791275" y="9093"/>
                  <a:pt x="2018879" y="24168"/>
                  <a:pt x="2177220" y="0"/>
                </a:cubicBezTo>
                <a:cubicBezTo>
                  <a:pt x="2335561" y="-24168"/>
                  <a:pt x="2596244" y="-35268"/>
                  <a:pt x="3000316" y="0"/>
                </a:cubicBezTo>
                <a:cubicBezTo>
                  <a:pt x="3404388" y="35268"/>
                  <a:pt x="3457214" y="-23167"/>
                  <a:pt x="3664102" y="0"/>
                </a:cubicBezTo>
                <a:cubicBezTo>
                  <a:pt x="3870990" y="23167"/>
                  <a:pt x="4061966" y="-5108"/>
                  <a:pt x="4407543" y="0"/>
                </a:cubicBezTo>
                <a:cubicBezTo>
                  <a:pt x="4753120" y="5108"/>
                  <a:pt x="4825418" y="-27599"/>
                  <a:pt x="4991676" y="0"/>
                </a:cubicBezTo>
                <a:cubicBezTo>
                  <a:pt x="5157934" y="27599"/>
                  <a:pt x="5437842" y="3961"/>
                  <a:pt x="5655462" y="0"/>
                </a:cubicBezTo>
                <a:cubicBezTo>
                  <a:pt x="5873082" y="-3961"/>
                  <a:pt x="6269320" y="14915"/>
                  <a:pt x="6478558" y="0"/>
                </a:cubicBezTo>
                <a:cubicBezTo>
                  <a:pt x="6687796" y="-14915"/>
                  <a:pt x="6746756" y="-2815"/>
                  <a:pt x="6983036" y="0"/>
                </a:cubicBezTo>
                <a:cubicBezTo>
                  <a:pt x="7219316" y="2815"/>
                  <a:pt x="7704908" y="-20423"/>
                  <a:pt x="7965440" y="0"/>
                </a:cubicBezTo>
                <a:cubicBezTo>
                  <a:pt x="7965440" y="5798"/>
                  <a:pt x="7965002" y="8695"/>
                  <a:pt x="7965440" y="15431"/>
                </a:cubicBezTo>
                <a:cubicBezTo>
                  <a:pt x="7715171" y="32695"/>
                  <a:pt x="7567269" y="-10273"/>
                  <a:pt x="7381308" y="15431"/>
                </a:cubicBezTo>
                <a:cubicBezTo>
                  <a:pt x="7195347" y="41135"/>
                  <a:pt x="7085737" y="17611"/>
                  <a:pt x="6956484" y="15431"/>
                </a:cubicBezTo>
                <a:cubicBezTo>
                  <a:pt x="6827231" y="13251"/>
                  <a:pt x="6512224" y="13959"/>
                  <a:pt x="6292698" y="15431"/>
                </a:cubicBezTo>
                <a:cubicBezTo>
                  <a:pt x="6073172" y="16903"/>
                  <a:pt x="5924307" y="5547"/>
                  <a:pt x="5788220" y="15431"/>
                </a:cubicBezTo>
                <a:cubicBezTo>
                  <a:pt x="5652133" y="25315"/>
                  <a:pt x="5305811" y="47058"/>
                  <a:pt x="5124433" y="15431"/>
                </a:cubicBezTo>
                <a:cubicBezTo>
                  <a:pt x="4943055" y="-16196"/>
                  <a:pt x="4647253" y="2959"/>
                  <a:pt x="4460646" y="15431"/>
                </a:cubicBezTo>
                <a:cubicBezTo>
                  <a:pt x="4274039" y="27903"/>
                  <a:pt x="3930341" y="36922"/>
                  <a:pt x="3796860" y="15431"/>
                </a:cubicBezTo>
                <a:cubicBezTo>
                  <a:pt x="3663379" y="-6060"/>
                  <a:pt x="3357500" y="-11743"/>
                  <a:pt x="3133073" y="15431"/>
                </a:cubicBezTo>
                <a:cubicBezTo>
                  <a:pt x="2908646" y="42605"/>
                  <a:pt x="2743632" y="-2087"/>
                  <a:pt x="2548941" y="15431"/>
                </a:cubicBezTo>
                <a:cubicBezTo>
                  <a:pt x="2354250" y="32949"/>
                  <a:pt x="2097249" y="-1952"/>
                  <a:pt x="1805500" y="15431"/>
                </a:cubicBezTo>
                <a:cubicBezTo>
                  <a:pt x="1513751" y="32814"/>
                  <a:pt x="1408113" y="-15482"/>
                  <a:pt x="1141713" y="15431"/>
                </a:cubicBezTo>
                <a:cubicBezTo>
                  <a:pt x="875313" y="46344"/>
                  <a:pt x="512894" y="66096"/>
                  <a:pt x="0" y="15431"/>
                </a:cubicBezTo>
                <a:cubicBezTo>
                  <a:pt x="611" y="11783"/>
                  <a:pt x="-196" y="6980"/>
                  <a:pt x="0" y="0"/>
                </a:cubicBezTo>
                <a:close/>
              </a:path>
              <a:path w="7965440" h="15431" stroke="0" extrusionOk="0">
                <a:moveTo>
                  <a:pt x="0" y="0"/>
                </a:moveTo>
                <a:cubicBezTo>
                  <a:pt x="152399" y="-7004"/>
                  <a:pt x="466378" y="-10346"/>
                  <a:pt x="584132" y="0"/>
                </a:cubicBezTo>
                <a:cubicBezTo>
                  <a:pt x="701886" y="10346"/>
                  <a:pt x="798544" y="-7247"/>
                  <a:pt x="1008956" y="0"/>
                </a:cubicBezTo>
                <a:cubicBezTo>
                  <a:pt x="1219368" y="7247"/>
                  <a:pt x="1666863" y="-18371"/>
                  <a:pt x="1832051" y="0"/>
                </a:cubicBezTo>
                <a:cubicBezTo>
                  <a:pt x="1997240" y="18371"/>
                  <a:pt x="2236123" y="-29009"/>
                  <a:pt x="2416183" y="0"/>
                </a:cubicBezTo>
                <a:cubicBezTo>
                  <a:pt x="2596243" y="29009"/>
                  <a:pt x="2781804" y="-23635"/>
                  <a:pt x="3000316" y="0"/>
                </a:cubicBezTo>
                <a:cubicBezTo>
                  <a:pt x="3218828" y="23635"/>
                  <a:pt x="3421216" y="12050"/>
                  <a:pt x="3823411" y="0"/>
                </a:cubicBezTo>
                <a:cubicBezTo>
                  <a:pt x="4225607" y="-12050"/>
                  <a:pt x="4201811" y="-11073"/>
                  <a:pt x="4327889" y="0"/>
                </a:cubicBezTo>
                <a:cubicBezTo>
                  <a:pt x="4453967" y="11073"/>
                  <a:pt x="4854762" y="33137"/>
                  <a:pt x="5150985" y="0"/>
                </a:cubicBezTo>
                <a:cubicBezTo>
                  <a:pt x="5447208" y="-33137"/>
                  <a:pt x="5714631" y="17439"/>
                  <a:pt x="5974080" y="0"/>
                </a:cubicBezTo>
                <a:cubicBezTo>
                  <a:pt x="6233529" y="-17439"/>
                  <a:pt x="6435596" y="-21383"/>
                  <a:pt x="6637867" y="0"/>
                </a:cubicBezTo>
                <a:cubicBezTo>
                  <a:pt x="6840138" y="21383"/>
                  <a:pt x="7605797" y="11804"/>
                  <a:pt x="7965440" y="0"/>
                </a:cubicBezTo>
                <a:cubicBezTo>
                  <a:pt x="7965800" y="4657"/>
                  <a:pt x="7964670" y="9281"/>
                  <a:pt x="7965440" y="15431"/>
                </a:cubicBezTo>
                <a:cubicBezTo>
                  <a:pt x="7781622" y="3617"/>
                  <a:pt x="7690494" y="23754"/>
                  <a:pt x="7540617" y="15431"/>
                </a:cubicBezTo>
                <a:cubicBezTo>
                  <a:pt x="7390740" y="7108"/>
                  <a:pt x="7055259" y="-21022"/>
                  <a:pt x="6717521" y="15431"/>
                </a:cubicBezTo>
                <a:cubicBezTo>
                  <a:pt x="6379783" y="51884"/>
                  <a:pt x="6439932" y="15899"/>
                  <a:pt x="6213043" y="15431"/>
                </a:cubicBezTo>
                <a:cubicBezTo>
                  <a:pt x="5986154" y="14963"/>
                  <a:pt x="5821154" y="23687"/>
                  <a:pt x="5549257" y="15431"/>
                </a:cubicBezTo>
                <a:cubicBezTo>
                  <a:pt x="5277360" y="7175"/>
                  <a:pt x="4978945" y="38738"/>
                  <a:pt x="4726161" y="15431"/>
                </a:cubicBezTo>
                <a:cubicBezTo>
                  <a:pt x="4473377" y="-7876"/>
                  <a:pt x="4209360" y="-2849"/>
                  <a:pt x="4062374" y="15431"/>
                </a:cubicBezTo>
                <a:cubicBezTo>
                  <a:pt x="3915388" y="33711"/>
                  <a:pt x="3828074" y="18941"/>
                  <a:pt x="3637551" y="15431"/>
                </a:cubicBezTo>
                <a:cubicBezTo>
                  <a:pt x="3447028" y="11921"/>
                  <a:pt x="3356317" y="24671"/>
                  <a:pt x="3133073" y="15431"/>
                </a:cubicBezTo>
                <a:cubicBezTo>
                  <a:pt x="2909829" y="6191"/>
                  <a:pt x="2626273" y="-8873"/>
                  <a:pt x="2309978" y="15431"/>
                </a:cubicBezTo>
                <a:cubicBezTo>
                  <a:pt x="1993684" y="39735"/>
                  <a:pt x="1779265" y="5335"/>
                  <a:pt x="1646191" y="15431"/>
                </a:cubicBezTo>
                <a:cubicBezTo>
                  <a:pt x="1513117" y="25527"/>
                  <a:pt x="1319653" y="-2940"/>
                  <a:pt x="1141713" y="15431"/>
                </a:cubicBezTo>
                <a:cubicBezTo>
                  <a:pt x="963773" y="33802"/>
                  <a:pt x="237489" y="44602"/>
                  <a:pt x="0" y="15431"/>
                </a:cubicBezTo>
                <a:cubicBezTo>
                  <a:pt x="763" y="10152"/>
                  <a:pt x="-221" y="4555"/>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Tree>
    <p:extLst>
      <p:ext uri="{BB962C8B-B14F-4D97-AF65-F5344CB8AC3E}">
        <p14:creationId xmlns:p14="http://schemas.microsoft.com/office/powerpoint/2010/main" val="353512977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472381" y="812800"/>
            <a:ext cx="2211705" cy="6096000"/>
          </a:xfrm>
        </p:spPr>
        <p:txBody>
          <a:bodyPr anchor="b">
            <a:normAutofit/>
          </a:bodyPr>
          <a:lstStyle>
            <a:lvl1pPr>
              <a:defRPr sz="3375"/>
            </a:lvl1pPr>
          </a:lstStyle>
          <a:p>
            <a:r>
              <a:rPr lang="en-US"/>
              <a:t>Click to edit Master title style</a:t>
            </a:r>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2983230" y="975360"/>
            <a:ext cx="3404997" cy="9656064"/>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472381" y="7071360"/>
            <a:ext cx="2211705" cy="3560064"/>
          </a:xfrm>
        </p:spPr>
        <p:txBody>
          <a:bodyPr>
            <a:normAutofit/>
          </a:bodyPr>
          <a:lstStyle>
            <a:lvl1pPr marL="0" indent="0">
              <a:buNone/>
              <a:defRPr sz="18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7/13/2024</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1148652" y="5801812"/>
            <a:ext cx="7965440" cy="15431"/>
          </a:xfrm>
          <a:custGeom>
            <a:avLst/>
            <a:gdLst>
              <a:gd name="connsiteX0" fmla="*/ 0 w 7965440"/>
              <a:gd name="connsiteY0" fmla="*/ 0 h 15431"/>
              <a:gd name="connsiteX1" fmla="*/ 424823 w 7965440"/>
              <a:gd name="connsiteY1" fmla="*/ 0 h 15431"/>
              <a:gd name="connsiteX2" fmla="*/ 1168265 w 7965440"/>
              <a:gd name="connsiteY2" fmla="*/ 0 h 15431"/>
              <a:gd name="connsiteX3" fmla="*/ 1593088 w 7965440"/>
              <a:gd name="connsiteY3" fmla="*/ 0 h 15431"/>
              <a:gd name="connsiteX4" fmla="*/ 2177220 w 7965440"/>
              <a:gd name="connsiteY4" fmla="*/ 0 h 15431"/>
              <a:gd name="connsiteX5" fmla="*/ 3000316 w 7965440"/>
              <a:gd name="connsiteY5" fmla="*/ 0 h 15431"/>
              <a:gd name="connsiteX6" fmla="*/ 3664102 w 7965440"/>
              <a:gd name="connsiteY6" fmla="*/ 0 h 15431"/>
              <a:gd name="connsiteX7" fmla="*/ 4407543 w 7965440"/>
              <a:gd name="connsiteY7" fmla="*/ 0 h 15431"/>
              <a:gd name="connsiteX8" fmla="*/ 4991676 w 7965440"/>
              <a:gd name="connsiteY8" fmla="*/ 0 h 15431"/>
              <a:gd name="connsiteX9" fmla="*/ 5655462 w 7965440"/>
              <a:gd name="connsiteY9" fmla="*/ 0 h 15431"/>
              <a:gd name="connsiteX10" fmla="*/ 6478558 w 7965440"/>
              <a:gd name="connsiteY10" fmla="*/ 0 h 15431"/>
              <a:gd name="connsiteX11" fmla="*/ 6983036 w 7965440"/>
              <a:gd name="connsiteY11" fmla="*/ 0 h 15431"/>
              <a:gd name="connsiteX12" fmla="*/ 7965440 w 7965440"/>
              <a:gd name="connsiteY12" fmla="*/ 0 h 15431"/>
              <a:gd name="connsiteX13" fmla="*/ 7965440 w 7965440"/>
              <a:gd name="connsiteY13" fmla="*/ 15431 h 15431"/>
              <a:gd name="connsiteX14" fmla="*/ 7381308 w 7965440"/>
              <a:gd name="connsiteY14" fmla="*/ 15431 h 15431"/>
              <a:gd name="connsiteX15" fmla="*/ 6956484 w 7965440"/>
              <a:gd name="connsiteY15" fmla="*/ 15431 h 15431"/>
              <a:gd name="connsiteX16" fmla="*/ 6292698 w 7965440"/>
              <a:gd name="connsiteY16" fmla="*/ 15431 h 15431"/>
              <a:gd name="connsiteX17" fmla="*/ 5788220 w 7965440"/>
              <a:gd name="connsiteY17" fmla="*/ 15431 h 15431"/>
              <a:gd name="connsiteX18" fmla="*/ 5124433 w 7965440"/>
              <a:gd name="connsiteY18" fmla="*/ 15431 h 15431"/>
              <a:gd name="connsiteX19" fmla="*/ 4460646 w 7965440"/>
              <a:gd name="connsiteY19" fmla="*/ 15431 h 15431"/>
              <a:gd name="connsiteX20" fmla="*/ 3796860 w 7965440"/>
              <a:gd name="connsiteY20" fmla="*/ 15431 h 15431"/>
              <a:gd name="connsiteX21" fmla="*/ 3133073 w 7965440"/>
              <a:gd name="connsiteY21" fmla="*/ 15431 h 15431"/>
              <a:gd name="connsiteX22" fmla="*/ 2548941 w 7965440"/>
              <a:gd name="connsiteY22" fmla="*/ 15431 h 15431"/>
              <a:gd name="connsiteX23" fmla="*/ 1805500 w 7965440"/>
              <a:gd name="connsiteY23" fmla="*/ 15431 h 15431"/>
              <a:gd name="connsiteX24" fmla="*/ 1141713 w 7965440"/>
              <a:gd name="connsiteY24" fmla="*/ 15431 h 15431"/>
              <a:gd name="connsiteX25" fmla="*/ 0 w 7965440"/>
              <a:gd name="connsiteY25" fmla="*/ 15431 h 15431"/>
              <a:gd name="connsiteX26" fmla="*/ 0 w 7965440"/>
              <a:gd name="connsiteY26" fmla="*/ 0 h 15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965440" h="15431" fill="none" extrusionOk="0">
                <a:moveTo>
                  <a:pt x="0" y="0"/>
                </a:moveTo>
                <a:cubicBezTo>
                  <a:pt x="194654" y="-11589"/>
                  <a:pt x="286362" y="15653"/>
                  <a:pt x="424823" y="0"/>
                </a:cubicBezTo>
                <a:cubicBezTo>
                  <a:pt x="563284" y="-15653"/>
                  <a:pt x="937091" y="33303"/>
                  <a:pt x="1168265" y="0"/>
                </a:cubicBezTo>
                <a:cubicBezTo>
                  <a:pt x="1399439" y="-33303"/>
                  <a:pt x="1394901" y="-9093"/>
                  <a:pt x="1593088" y="0"/>
                </a:cubicBezTo>
                <a:cubicBezTo>
                  <a:pt x="1791275" y="9093"/>
                  <a:pt x="2018879" y="24168"/>
                  <a:pt x="2177220" y="0"/>
                </a:cubicBezTo>
                <a:cubicBezTo>
                  <a:pt x="2335561" y="-24168"/>
                  <a:pt x="2596244" y="-35268"/>
                  <a:pt x="3000316" y="0"/>
                </a:cubicBezTo>
                <a:cubicBezTo>
                  <a:pt x="3404388" y="35268"/>
                  <a:pt x="3457214" y="-23167"/>
                  <a:pt x="3664102" y="0"/>
                </a:cubicBezTo>
                <a:cubicBezTo>
                  <a:pt x="3870990" y="23167"/>
                  <a:pt x="4061966" y="-5108"/>
                  <a:pt x="4407543" y="0"/>
                </a:cubicBezTo>
                <a:cubicBezTo>
                  <a:pt x="4753120" y="5108"/>
                  <a:pt x="4825418" y="-27599"/>
                  <a:pt x="4991676" y="0"/>
                </a:cubicBezTo>
                <a:cubicBezTo>
                  <a:pt x="5157934" y="27599"/>
                  <a:pt x="5437842" y="3961"/>
                  <a:pt x="5655462" y="0"/>
                </a:cubicBezTo>
                <a:cubicBezTo>
                  <a:pt x="5873082" y="-3961"/>
                  <a:pt x="6269320" y="14915"/>
                  <a:pt x="6478558" y="0"/>
                </a:cubicBezTo>
                <a:cubicBezTo>
                  <a:pt x="6687796" y="-14915"/>
                  <a:pt x="6746756" y="-2815"/>
                  <a:pt x="6983036" y="0"/>
                </a:cubicBezTo>
                <a:cubicBezTo>
                  <a:pt x="7219316" y="2815"/>
                  <a:pt x="7704908" y="-20423"/>
                  <a:pt x="7965440" y="0"/>
                </a:cubicBezTo>
                <a:cubicBezTo>
                  <a:pt x="7965440" y="5798"/>
                  <a:pt x="7965002" y="8695"/>
                  <a:pt x="7965440" y="15431"/>
                </a:cubicBezTo>
                <a:cubicBezTo>
                  <a:pt x="7715171" y="32695"/>
                  <a:pt x="7567269" y="-10273"/>
                  <a:pt x="7381308" y="15431"/>
                </a:cubicBezTo>
                <a:cubicBezTo>
                  <a:pt x="7195347" y="41135"/>
                  <a:pt x="7085737" y="17611"/>
                  <a:pt x="6956484" y="15431"/>
                </a:cubicBezTo>
                <a:cubicBezTo>
                  <a:pt x="6827231" y="13251"/>
                  <a:pt x="6512224" y="13959"/>
                  <a:pt x="6292698" y="15431"/>
                </a:cubicBezTo>
                <a:cubicBezTo>
                  <a:pt x="6073172" y="16903"/>
                  <a:pt x="5924307" y="5547"/>
                  <a:pt x="5788220" y="15431"/>
                </a:cubicBezTo>
                <a:cubicBezTo>
                  <a:pt x="5652133" y="25315"/>
                  <a:pt x="5305811" y="47058"/>
                  <a:pt x="5124433" y="15431"/>
                </a:cubicBezTo>
                <a:cubicBezTo>
                  <a:pt x="4943055" y="-16196"/>
                  <a:pt x="4647253" y="2959"/>
                  <a:pt x="4460646" y="15431"/>
                </a:cubicBezTo>
                <a:cubicBezTo>
                  <a:pt x="4274039" y="27903"/>
                  <a:pt x="3930341" y="36922"/>
                  <a:pt x="3796860" y="15431"/>
                </a:cubicBezTo>
                <a:cubicBezTo>
                  <a:pt x="3663379" y="-6060"/>
                  <a:pt x="3357500" y="-11743"/>
                  <a:pt x="3133073" y="15431"/>
                </a:cubicBezTo>
                <a:cubicBezTo>
                  <a:pt x="2908646" y="42605"/>
                  <a:pt x="2743632" y="-2087"/>
                  <a:pt x="2548941" y="15431"/>
                </a:cubicBezTo>
                <a:cubicBezTo>
                  <a:pt x="2354250" y="32949"/>
                  <a:pt x="2097249" y="-1952"/>
                  <a:pt x="1805500" y="15431"/>
                </a:cubicBezTo>
                <a:cubicBezTo>
                  <a:pt x="1513751" y="32814"/>
                  <a:pt x="1408113" y="-15482"/>
                  <a:pt x="1141713" y="15431"/>
                </a:cubicBezTo>
                <a:cubicBezTo>
                  <a:pt x="875313" y="46344"/>
                  <a:pt x="512894" y="66096"/>
                  <a:pt x="0" y="15431"/>
                </a:cubicBezTo>
                <a:cubicBezTo>
                  <a:pt x="611" y="11783"/>
                  <a:pt x="-196" y="6980"/>
                  <a:pt x="0" y="0"/>
                </a:cubicBezTo>
                <a:close/>
              </a:path>
              <a:path w="7965440" h="15431" stroke="0" extrusionOk="0">
                <a:moveTo>
                  <a:pt x="0" y="0"/>
                </a:moveTo>
                <a:cubicBezTo>
                  <a:pt x="152399" y="-7004"/>
                  <a:pt x="466378" y="-10346"/>
                  <a:pt x="584132" y="0"/>
                </a:cubicBezTo>
                <a:cubicBezTo>
                  <a:pt x="701886" y="10346"/>
                  <a:pt x="798544" y="-7247"/>
                  <a:pt x="1008956" y="0"/>
                </a:cubicBezTo>
                <a:cubicBezTo>
                  <a:pt x="1219368" y="7247"/>
                  <a:pt x="1666863" y="-18371"/>
                  <a:pt x="1832051" y="0"/>
                </a:cubicBezTo>
                <a:cubicBezTo>
                  <a:pt x="1997240" y="18371"/>
                  <a:pt x="2236123" y="-29009"/>
                  <a:pt x="2416183" y="0"/>
                </a:cubicBezTo>
                <a:cubicBezTo>
                  <a:pt x="2596243" y="29009"/>
                  <a:pt x="2781804" y="-23635"/>
                  <a:pt x="3000316" y="0"/>
                </a:cubicBezTo>
                <a:cubicBezTo>
                  <a:pt x="3218828" y="23635"/>
                  <a:pt x="3421216" y="12050"/>
                  <a:pt x="3823411" y="0"/>
                </a:cubicBezTo>
                <a:cubicBezTo>
                  <a:pt x="4225607" y="-12050"/>
                  <a:pt x="4201811" y="-11073"/>
                  <a:pt x="4327889" y="0"/>
                </a:cubicBezTo>
                <a:cubicBezTo>
                  <a:pt x="4453967" y="11073"/>
                  <a:pt x="4854762" y="33137"/>
                  <a:pt x="5150985" y="0"/>
                </a:cubicBezTo>
                <a:cubicBezTo>
                  <a:pt x="5447208" y="-33137"/>
                  <a:pt x="5714631" y="17439"/>
                  <a:pt x="5974080" y="0"/>
                </a:cubicBezTo>
                <a:cubicBezTo>
                  <a:pt x="6233529" y="-17439"/>
                  <a:pt x="6435596" y="-21383"/>
                  <a:pt x="6637867" y="0"/>
                </a:cubicBezTo>
                <a:cubicBezTo>
                  <a:pt x="6840138" y="21383"/>
                  <a:pt x="7605797" y="11804"/>
                  <a:pt x="7965440" y="0"/>
                </a:cubicBezTo>
                <a:cubicBezTo>
                  <a:pt x="7965800" y="4657"/>
                  <a:pt x="7964670" y="9281"/>
                  <a:pt x="7965440" y="15431"/>
                </a:cubicBezTo>
                <a:cubicBezTo>
                  <a:pt x="7781622" y="3617"/>
                  <a:pt x="7690494" y="23754"/>
                  <a:pt x="7540617" y="15431"/>
                </a:cubicBezTo>
                <a:cubicBezTo>
                  <a:pt x="7390740" y="7108"/>
                  <a:pt x="7055259" y="-21022"/>
                  <a:pt x="6717521" y="15431"/>
                </a:cubicBezTo>
                <a:cubicBezTo>
                  <a:pt x="6379783" y="51884"/>
                  <a:pt x="6439932" y="15899"/>
                  <a:pt x="6213043" y="15431"/>
                </a:cubicBezTo>
                <a:cubicBezTo>
                  <a:pt x="5986154" y="14963"/>
                  <a:pt x="5821154" y="23687"/>
                  <a:pt x="5549257" y="15431"/>
                </a:cubicBezTo>
                <a:cubicBezTo>
                  <a:pt x="5277360" y="7175"/>
                  <a:pt x="4978945" y="38738"/>
                  <a:pt x="4726161" y="15431"/>
                </a:cubicBezTo>
                <a:cubicBezTo>
                  <a:pt x="4473377" y="-7876"/>
                  <a:pt x="4209360" y="-2849"/>
                  <a:pt x="4062374" y="15431"/>
                </a:cubicBezTo>
                <a:cubicBezTo>
                  <a:pt x="3915388" y="33711"/>
                  <a:pt x="3828074" y="18941"/>
                  <a:pt x="3637551" y="15431"/>
                </a:cubicBezTo>
                <a:cubicBezTo>
                  <a:pt x="3447028" y="11921"/>
                  <a:pt x="3356317" y="24671"/>
                  <a:pt x="3133073" y="15431"/>
                </a:cubicBezTo>
                <a:cubicBezTo>
                  <a:pt x="2909829" y="6191"/>
                  <a:pt x="2626273" y="-8873"/>
                  <a:pt x="2309978" y="15431"/>
                </a:cubicBezTo>
                <a:cubicBezTo>
                  <a:pt x="1993684" y="39735"/>
                  <a:pt x="1779265" y="5335"/>
                  <a:pt x="1646191" y="15431"/>
                </a:cubicBezTo>
                <a:cubicBezTo>
                  <a:pt x="1513117" y="25527"/>
                  <a:pt x="1319653" y="-2940"/>
                  <a:pt x="1141713" y="15431"/>
                </a:cubicBezTo>
                <a:cubicBezTo>
                  <a:pt x="963773" y="33802"/>
                  <a:pt x="237489" y="44602"/>
                  <a:pt x="0" y="15431"/>
                </a:cubicBezTo>
                <a:cubicBezTo>
                  <a:pt x="763" y="10152"/>
                  <a:pt x="-221" y="4555"/>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Tree>
    <p:extLst>
      <p:ext uri="{BB962C8B-B14F-4D97-AF65-F5344CB8AC3E}">
        <p14:creationId xmlns:p14="http://schemas.microsoft.com/office/powerpoint/2010/main" val="403671164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7/13/2024</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0299259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4907756" y="649111"/>
            <a:ext cx="1478756" cy="103321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471487" y="649111"/>
            <a:ext cx="4350544" cy="103321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7/13/2024</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70308102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471488" y="649112"/>
            <a:ext cx="5915025" cy="235655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471488" y="11300179"/>
            <a:ext cx="1543050" cy="649111"/>
          </a:xfrm>
          <a:prstGeom prst="rect">
            <a:avLst/>
          </a:prstGeom>
        </p:spPr>
        <p:txBody>
          <a:bodyPr vert="horz" lIns="91440" tIns="45720" rIns="91440" bIns="45720" rtlCol="0" anchor="ctr"/>
          <a:lstStyle>
            <a:lvl1pPr algn="l">
              <a:defRPr sz="900">
                <a:solidFill>
                  <a:schemeClr val="tx1">
                    <a:tint val="75000"/>
                  </a:schemeClr>
                </a:solidFill>
              </a:defRPr>
            </a:lvl1pPr>
          </a:lstStyle>
          <a:p>
            <a:fld id="{72345051-2045-45DA-935E-2E3CA1A69ADC}" type="datetimeFigureOut">
              <a:rPr lang="en-US" smtClean="0"/>
              <a:t>7/13/2024</a:t>
            </a:fld>
            <a:endParaRPr lang="en-US"/>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2271713" y="11300179"/>
            <a:ext cx="2314575" cy="64911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4843463" y="11300179"/>
            <a:ext cx="1543050" cy="649111"/>
          </a:xfrm>
          <a:prstGeom prst="rect">
            <a:avLst/>
          </a:prstGeom>
        </p:spPr>
        <p:txBody>
          <a:bodyPr vert="horz" lIns="91440" tIns="45720" rIns="91440" bIns="45720" rtlCol="0" anchor="ctr"/>
          <a:lstStyle>
            <a:lvl1pPr algn="r">
              <a:defRPr sz="900">
                <a:solidFill>
                  <a:schemeClr val="tx1">
                    <a:tint val="75000"/>
                  </a:schemeClr>
                </a:solidFill>
              </a:defRPr>
            </a:lvl1pPr>
          </a:lstStyle>
          <a:p>
            <a:fld id="{A7CD31F4-64FA-4BA0-9498-67783267A8C8}" type="slidenum">
              <a:rPr lang="en-US" smtClean="0"/>
              <a:t>‹#›</a:t>
            </a:fld>
            <a:endParaRPr lang="en-US"/>
          </a:p>
        </p:txBody>
      </p:sp>
    </p:spTree>
    <p:extLst>
      <p:ext uri="{BB962C8B-B14F-4D97-AF65-F5344CB8AC3E}">
        <p14:creationId xmlns:p14="http://schemas.microsoft.com/office/powerpoint/2010/main" val="2998853195"/>
      </p:ext>
    </p:extLst>
  </p:cSld>
  <p:clrMap bg1="lt1" tx1="dk1" bg2="lt2" tx2="dk2" accent1="accent1" accent2="accent2" accent3="accent3" accent4="accent4" accent5="accent5" accent6="accent6" hlink="hlink" folHlink="folHlink"/>
  <p:sldLayoutIdLst>
    <p:sldLayoutId id="2147483683" r:id="rId1"/>
    <p:sldLayoutId id="2147483682" r:id="rId2"/>
    <p:sldLayoutId id="2147483681" r:id="rId3"/>
    <p:sldLayoutId id="2147483680" r:id="rId4"/>
    <p:sldLayoutId id="2147483679" r:id="rId5"/>
    <p:sldLayoutId id="2147483678" r:id="rId6"/>
    <p:sldLayoutId id="2147483677" r:id="rId7"/>
    <p:sldLayoutId id="2147483676" r:id="rId8"/>
    <p:sldLayoutId id="2147483675" r:id="rId9"/>
    <p:sldLayoutId id="2147483674" r:id="rId10"/>
    <p:sldLayoutId id="2147483673" r:id="rId11"/>
  </p:sldLayoutIdLst>
  <p:hf sldNum="0" hdr="0" ftr="0" dt="0"/>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amazon.in/12-0-12-5amp-Transformer-other-application/dp/B07RKXXN2L/ref=sr_1_3?dib=eyJ2IjoiMSJ9.vmT1NAR8GdgaoEzCvxD3Mv51gJUrHL8kR0WysxjAQZY_l940YOy7Zxg52Vxwez5OW7-Xt9AtucpzzvP61283Y8wsErk3Sv0Hzke_5NApFRajpQqziChme8QdFglIhSs6rHThZLAlvw5rjQnFocl8KlNGnN-nRkIjHJMWAFLP2dL5RPqZcOgb5dzb9Nr6d4UCznM0din9GCzdcww_kLTscAqS8TfFd1GZWwJq2sJ-6oebn3pdCiPZD67mzAFsF58UzhUpMzoKNGhG89i34xNWwzcyBggDwesjLjd8PttytAs.HnGH9BDoa3uYiL3eA6404RzVbXDVV6uZd3ftuQcjrNo&amp;dib_tag=se&amp;keywords=12%2B0%2B12%2Btransformer%2B5amp&amp;qid=1717313372&amp;refinements=p_36%3A-72000&amp;rnid=1318502031&amp;sr=8-3&amp;th=1"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4F87819-B70D-4927-B657-7D175613F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CB3820D-C773-4632-9F79-C890E1B2B5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7999" cy="10982520"/>
          </a:xfrm>
          <a:custGeom>
            <a:avLst/>
            <a:gdLst>
              <a:gd name="connsiteX0" fmla="*/ 6861986 w 12191999"/>
              <a:gd name="connsiteY0" fmla="*/ 6107659 h 6177668"/>
              <a:gd name="connsiteX1" fmla="*/ 6860986 w 12191999"/>
              <a:gd name="connsiteY1" fmla="*/ 6107739 h 6177668"/>
              <a:gd name="connsiteX2" fmla="*/ 6860759 w 12191999"/>
              <a:gd name="connsiteY2" fmla="*/ 6108287 h 6177668"/>
              <a:gd name="connsiteX3" fmla="*/ 0 w 12191999"/>
              <a:gd name="connsiteY3" fmla="*/ 0 h 6177668"/>
              <a:gd name="connsiteX4" fmla="*/ 12191999 w 12191999"/>
              <a:gd name="connsiteY4" fmla="*/ 0 h 6177668"/>
              <a:gd name="connsiteX5" fmla="*/ 12191999 w 12191999"/>
              <a:gd name="connsiteY5" fmla="*/ 5215324 h 6177668"/>
              <a:gd name="connsiteX6" fmla="*/ 12144282 w 12191999"/>
              <a:gd name="connsiteY6" fmla="*/ 5229900 h 6177668"/>
              <a:gd name="connsiteX7" fmla="*/ 11759192 w 12191999"/>
              <a:gd name="connsiteY7" fmla="*/ 5336208 h 6177668"/>
              <a:gd name="connsiteX8" fmla="*/ 10505159 w 12191999"/>
              <a:gd name="connsiteY8" fmla="*/ 5627228 h 6177668"/>
              <a:gd name="connsiteX9" fmla="*/ 9501755 w 12191999"/>
              <a:gd name="connsiteY9" fmla="*/ 5807012 h 6177668"/>
              <a:gd name="connsiteX10" fmla="*/ 8534155 w 12191999"/>
              <a:gd name="connsiteY10" fmla="*/ 5944240 h 6177668"/>
              <a:gd name="connsiteX11" fmla="*/ 7790171 w 12191999"/>
              <a:gd name="connsiteY11" fmla="*/ 6026297 h 6177668"/>
              <a:gd name="connsiteX12" fmla="*/ 7024337 w 12191999"/>
              <a:gd name="connsiteY12" fmla="*/ 6093812 h 6177668"/>
              <a:gd name="connsiteX13" fmla="*/ 7008892 w 12191999"/>
              <a:gd name="connsiteY13" fmla="*/ 6095938 h 6177668"/>
              <a:gd name="connsiteX14" fmla="*/ 6862735 w 12191999"/>
              <a:gd name="connsiteY14" fmla="*/ 6107599 h 6177668"/>
              <a:gd name="connsiteX15" fmla="*/ 6872248 w 12191999"/>
              <a:gd name="connsiteY15" fmla="*/ 6109467 h 6177668"/>
              <a:gd name="connsiteX16" fmla="*/ 6907812 w 12191999"/>
              <a:gd name="connsiteY16" fmla="*/ 6107715 h 6177668"/>
              <a:gd name="connsiteX17" fmla="*/ 6956484 w 12191999"/>
              <a:gd name="connsiteY17" fmla="*/ 6104658 h 6177668"/>
              <a:gd name="connsiteX18" fmla="*/ 7652688 w 12191999"/>
              <a:gd name="connsiteY18" fmla="*/ 6071273 h 6177668"/>
              <a:gd name="connsiteX19" fmla="*/ 8699923 w 12191999"/>
              <a:gd name="connsiteY19" fmla="*/ 5982083 h 6177668"/>
              <a:gd name="connsiteX20" fmla="*/ 9557819 w 12191999"/>
              <a:gd name="connsiteY20" fmla="*/ 5875435 h 6177668"/>
              <a:gd name="connsiteX21" fmla="*/ 10709534 w 12191999"/>
              <a:gd name="connsiteY21" fmla="*/ 5676156 h 6177668"/>
              <a:gd name="connsiteX22" fmla="*/ 12081554 w 12191999"/>
              <a:gd name="connsiteY22" fmla="*/ 5341561 h 6177668"/>
              <a:gd name="connsiteX23" fmla="*/ 12191999 w 12191999"/>
              <a:gd name="connsiteY23" fmla="*/ 5308238 h 6177668"/>
              <a:gd name="connsiteX24" fmla="*/ 12191999 w 12191999"/>
              <a:gd name="connsiteY24" fmla="*/ 5364054 h 6177668"/>
              <a:gd name="connsiteX25" fmla="*/ 11911964 w 12191999"/>
              <a:gd name="connsiteY25" fmla="*/ 5447316 h 6177668"/>
              <a:gd name="connsiteX26" fmla="*/ 11020049 w 12191999"/>
              <a:gd name="connsiteY26" fmla="*/ 5667491 h 6177668"/>
              <a:gd name="connsiteX27" fmla="*/ 10064425 w 12191999"/>
              <a:gd name="connsiteY27" fmla="*/ 5852245 h 6177668"/>
              <a:gd name="connsiteX28" fmla="*/ 9264124 w 12191999"/>
              <a:gd name="connsiteY28" fmla="*/ 5971252 h 6177668"/>
              <a:gd name="connsiteX29" fmla="*/ 8654182 w 12191999"/>
              <a:gd name="connsiteY29" fmla="*/ 6042605 h 6177668"/>
              <a:gd name="connsiteX30" fmla="*/ 7938866 w 12191999"/>
              <a:gd name="connsiteY30" fmla="*/ 6105677 h 6177668"/>
              <a:gd name="connsiteX31" fmla="*/ 7008089 w 12191999"/>
              <a:gd name="connsiteY31" fmla="*/ 6158427 h 6177668"/>
              <a:gd name="connsiteX32" fmla="*/ 6549390 w 12191999"/>
              <a:gd name="connsiteY32" fmla="*/ 6172697 h 6177668"/>
              <a:gd name="connsiteX33" fmla="*/ 6433696 w 12191999"/>
              <a:gd name="connsiteY33" fmla="*/ 6177668 h 6177668"/>
              <a:gd name="connsiteX34" fmla="*/ 6127899 w 12191999"/>
              <a:gd name="connsiteY34" fmla="*/ 6177668 h 6177668"/>
              <a:gd name="connsiteX35" fmla="*/ 6048391 w 12191999"/>
              <a:gd name="connsiteY35" fmla="*/ 6172953 h 6177668"/>
              <a:gd name="connsiteX36" fmla="*/ 5334221 w 12191999"/>
              <a:gd name="connsiteY36" fmla="*/ 6135747 h 6177668"/>
              <a:gd name="connsiteX37" fmla="*/ 4413510 w 12191999"/>
              <a:gd name="connsiteY37" fmla="*/ 6072039 h 6177668"/>
              <a:gd name="connsiteX38" fmla="*/ 3438265 w 12191999"/>
              <a:gd name="connsiteY38" fmla="*/ 5970870 h 6177668"/>
              <a:gd name="connsiteX39" fmla="*/ 2425303 w 12191999"/>
              <a:gd name="connsiteY39" fmla="*/ 5848805 h 6177668"/>
              <a:gd name="connsiteX40" fmla="*/ 1293973 w 12191999"/>
              <a:gd name="connsiteY40" fmla="*/ 5671060 h 6177668"/>
              <a:gd name="connsiteX41" fmla="*/ 126888 w 12191999"/>
              <a:gd name="connsiteY41" fmla="*/ 5425029 h 6177668"/>
              <a:gd name="connsiteX42" fmla="*/ 0 w 12191999"/>
              <a:gd name="connsiteY42" fmla="*/ 5392100 h 6177668"/>
              <a:gd name="connsiteX43" fmla="*/ 0 w 12191999"/>
              <a:gd name="connsiteY43" fmla="*/ 5333771 h 6177668"/>
              <a:gd name="connsiteX44" fmla="*/ 130837 w 12191999"/>
              <a:gd name="connsiteY44" fmla="*/ 5368509 h 6177668"/>
              <a:gd name="connsiteX45" fmla="*/ 660204 w 12191999"/>
              <a:gd name="connsiteY45" fmla="*/ 5490001 h 6177668"/>
              <a:gd name="connsiteX46" fmla="*/ 1831416 w 12191999"/>
              <a:gd name="connsiteY46" fmla="*/ 5705715 h 6177668"/>
              <a:gd name="connsiteX47" fmla="*/ 2677204 w 12191999"/>
              <a:gd name="connsiteY47" fmla="*/ 5825742 h 6177668"/>
              <a:gd name="connsiteX48" fmla="*/ 2644716 w 12191999"/>
              <a:gd name="connsiteY48" fmla="*/ 5815549 h 6177668"/>
              <a:gd name="connsiteX49" fmla="*/ 1173182 w 12191999"/>
              <a:gd name="connsiteY49" fmla="*/ 5474074 h 6177668"/>
              <a:gd name="connsiteX50" fmla="*/ 479527 w 12191999"/>
              <a:gd name="connsiteY50" fmla="*/ 5269379 h 6177668"/>
              <a:gd name="connsiteX51" fmla="*/ 0 w 12191999"/>
              <a:gd name="connsiteY51" fmla="*/ 5107083 h 6177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999" h="6177668">
                <a:moveTo>
                  <a:pt x="6861986" y="6107659"/>
                </a:moveTo>
                <a:lnTo>
                  <a:pt x="6860986" y="6107739"/>
                </a:lnTo>
                <a:lnTo>
                  <a:pt x="6860759" y="6108287"/>
                </a:lnTo>
                <a:close/>
                <a:moveTo>
                  <a:pt x="0" y="0"/>
                </a:moveTo>
                <a:lnTo>
                  <a:pt x="12191999" y="0"/>
                </a:lnTo>
                <a:lnTo>
                  <a:pt x="12191999" y="5215324"/>
                </a:lnTo>
                <a:lnTo>
                  <a:pt x="12144282" y="5229900"/>
                </a:lnTo>
                <a:cubicBezTo>
                  <a:pt x="12016423" y="5267070"/>
                  <a:pt x="11888048" y="5302510"/>
                  <a:pt x="11759192" y="5336208"/>
                </a:cubicBezTo>
                <a:cubicBezTo>
                  <a:pt x="11344324" y="5446552"/>
                  <a:pt x="10926015" y="5542623"/>
                  <a:pt x="10505159" y="5627228"/>
                </a:cubicBezTo>
                <a:cubicBezTo>
                  <a:pt x="10171926" y="5694160"/>
                  <a:pt x="9837459" y="5754097"/>
                  <a:pt x="9501755" y="5807012"/>
                </a:cubicBezTo>
                <a:cubicBezTo>
                  <a:pt x="9180066" y="5857979"/>
                  <a:pt x="8857537" y="5903722"/>
                  <a:pt x="8534155" y="5944240"/>
                </a:cubicBezTo>
                <a:cubicBezTo>
                  <a:pt x="8286585" y="5975202"/>
                  <a:pt x="8038506" y="6001450"/>
                  <a:pt x="7790171" y="6026297"/>
                </a:cubicBezTo>
                <a:lnTo>
                  <a:pt x="7024337" y="6093812"/>
                </a:lnTo>
                <a:lnTo>
                  <a:pt x="7008892" y="6095938"/>
                </a:lnTo>
                <a:lnTo>
                  <a:pt x="6862735" y="6107599"/>
                </a:lnTo>
                <a:lnTo>
                  <a:pt x="6872248" y="6109467"/>
                </a:lnTo>
                <a:cubicBezTo>
                  <a:pt x="6883954" y="6109945"/>
                  <a:pt x="6896090" y="6107715"/>
                  <a:pt x="6907812" y="6107715"/>
                </a:cubicBezTo>
                <a:cubicBezTo>
                  <a:pt x="6923994" y="6107715"/>
                  <a:pt x="6940176" y="6105039"/>
                  <a:pt x="6956484" y="6104658"/>
                </a:cubicBezTo>
                <a:cubicBezTo>
                  <a:pt x="7188765" y="6099052"/>
                  <a:pt x="7420790" y="6086564"/>
                  <a:pt x="7652688" y="6071273"/>
                </a:cubicBezTo>
                <a:cubicBezTo>
                  <a:pt x="8002191" y="6048212"/>
                  <a:pt x="8351439" y="6019289"/>
                  <a:pt x="8699923" y="5982083"/>
                </a:cubicBezTo>
                <a:cubicBezTo>
                  <a:pt x="8986610" y="5952012"/>
                  <a:pt x="9272570" y="5916463"/>
                  <a:pt x="9557819" y="5875435"/>
                </a:cubicBezTo>
                <a:cubicBezTo>
                  <a:pt x="9943546" y="5819627"/>
                  <a:pt x="10327451" y="5753205"/>
                  <a:pt x="10709534" y="5676156"/>
                </a:cubicBezTo>
                <a:cubicBezTo>
                  <a:pt x="11171292" y="5582632"/>
                  <a:pt x="11629098" y="5472289"/>
                  <a:pt x="12081554" y="5341561"/>
                </a:cubicBezTo>
                <a:lnTo>
                  <a:pt x="12191999" y="5308238"/>
                </a:lnTo>
                <a:lnTo>
                  <a:pt x="12191999" y="5364054"/>
                </a:lnTo>
                <a:lnTo>
                  <a:pt x="11911964" y="5447316"/>
                </a:lnTo>
                <a:cubicBezTo>
                  <a:pt x="11616866" y="5529116"/>
                  <a:pt x="11319604" y="5601872"/>
                  <a:pt x="11020049" y="5667491"/>
                </a:cubicBezTo>
                <a:cubicBezTo>
                  <a:pt x="10703036" y="5737061"/>
                  <a:pt x="10384496" y="5798641"/>
                  <a:pt x="10064425" y="5852245"/>
                </a:cubicBezTo>
                <a:cubicBezTo>
                  <a:pt x="9798381" y="5896841"/>
                  <a:pt x="9531609" y="5936505"/>
                  <a:pt x="9264124" y="5971252"/>
                </a:cubicBezTo>
                <a:cubicBezTo>
                  <a:pt x="9061021" y="5997500"/>
                  <a:pt x="8857919" y="6022219"/>
                  <a:pt x="8654182" y="6042605"/>
                </a:cubicBezTo>
                <a:cubicBezTo>
                  <a:pt x="8416040" y="6065924"/>
                  <a:pt x="8177644" y="6087966"/>
                  <a:pt x="7938866" y="6105677"/>
                </a:cubicBezTo>
                <a:cubicBezTo>
                  <a:pt x="7628862" y="6128611"/>
                  <a:pt x="7318730" y="6146960"/>
                  <a:pt x="7008089" y="6158427"/>
                </a:cubicBezTo>
                <a:cubicBezTo>
                  <a:pt x="6855189" y="6164034"/>
                  <a:pt x="6702290" y="6167984"/>
                  <a:pt x="6549390" y="6172697"/>
                </a:cubicBezTo>
                <a:cubicBezTo>
                  <a:pt x="6510756" y="6170558"/>
                  <a:pt x="6472010" y="6172226"/>
                  <a:pt x="6433696" y="6177668"/>
                </a:cubicBezTo>
                <a:lnTo>
                  <a:pt x="6127899" y="6177668"/>
                </a:lnTo>
                <a:lnTo>
                  <a:pt x="6048391" y="6172953"/>
                </a:lnTo>
                <a:cubicBezTo>
                  <a:pt x="5810377" y="6160212"/>
                  <a:pt x="5572363" y="6146069"/>
                  <a:pt x="5334221" y="6135747"/>
                </a:cubicBezTo>
                <a:cubicBezTo>
                  <a:pt x="5026766" y="6123004"/>
                  <a:pt x="4719692" y="6101983"/>
                  <a:pt x="4413510" y="6072039"/>
                </a:cubicBezTo>
                <a:cubicBezTo>
                  <a:pt x="4088215" y="6040312"/>
                  <a:pt x="3763687" y="6004763"/>
                  <a:pt x="3438265" y="5970870"/>
                </a:cubicBezTo>
                <a:cubicBezTo>
                  <a:pt x="3099935" y="5935704"/>
                  <a:pt x="2762281" y="5895019"/>
                  <a:pt x="2425303" y="5848805"/>
                </a:cubicBezTo>
                <a:cubicBezTo>
                  <a:pt x="2047042" y="5797329"/>
                  <a:pt x="1669936" y="5738080"/>
                  <a:pt x="1293973" y="5671060"/>
                </a:cubicBezTo>
                <a:cubicBezTo>
                  <a:pt x="902168" y="5600534"/>
                  <a:pt x="512942" y="5519976"/>
                  <a:pt x="126888" y="5425029"/>
                </a:cubicBezTo>
                <a:lnTo>
                  <a:pt x="0" y="5392100"/>
                </a:lnTo>
                <a:lnTo>
                  <a:pt x="0" y="5333771"/>
                </a:lnTo>
                <a:lnTo>
                  <a:pt x="130837" y="5368509"/>
                </a:lnTo>
                <a:cubicBezTo>
                  <a:pt x="306720" y="5411799"/>
                  <a:pt x="483287" y="5452095"/>
                  <a:pt x="660204" y="5490001"/>
                </a:cubicBezTo>
                <a:cubicBezTo>
                  <a:pt x="1048569" y="5572948"/>
                  <a:pt x="1439228" y="5643664"/>
                  <a:pt x="1831416" y="5705715"/>
                </a:cubicBezTo>
                <a:cubicBezTo>
                  <a:pt x="2114917" y="5750440"/>
                  <a:pt x="2398801" y="5791595"/>
                  <a:pt x="2677204" y="5825742"/>
                </a:cubicBezTo>
                <a:cubicBezTo>
                  <a:pt x="2669177" y="5828418"/>
                  <a:pt x="2658222" y="5818097"/>
                  <a:pt x="2644716" y="5815549"/>
                </a:cubicBezTo>
                <a:cubicBezTo>
                  <a:pt x="2149740" y="5721171"/>
                  <a:pt x="1659233" y="5607352"/>
                  <a:pt x="1173182" y="5474074"/>
                </a:cubicBezTo>
                <a:cubicBezTo>
                  <a:pt x="940520" y="5410366"/>
                  <a:pt x="709302" y="5342134"/>
                  <a:pt x="479527" y="5269379"/>
                </a:cubicBezTo>
                <a:lnTo>
                  <a:pt x="0" y="510708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Picture 7">
            <a:extLst>
              <a:ext uri="{FF2B5EF4-FFF2-40B4-BE49-F238E27FC236}">
                <a16:creationId xmlns:a16="http://schemas.microsoft.com/office/drawing/2014/main" id="{6880D2BE-446C-963D-E326-8B749EABDC68}"/>
              </a:ext>
            </a:extLst>
          </p:cNvPr>
          <p:cNvPicPr>
            <a:picLocks noChangeAspect="1"/>
          </p:cNvPicPr>
          <p:nvPr/>
        </p:nvPicPr>
        <p:blipFill rotWithShape="1">
          <a:blip r:embed="rId2">
            <a:alphaModFix amt="55000"/>
          </a:blip>
          <a:srcRect l="4139" r="54491" b="-1"/>
          <a:stretch/>
        </p:blipFill>
        <p:spPr>
          <a:xfrm>
            <a:off x="20" y="10"/>
            <a:ext cx="6857979" cy="10982510"/>
          </a:xfrm>
          <a:custGeom>
            <a:avLst/>
            <a:gdLst/>
            <a:ahLst/>
            <a:cxnLst/>
            <a:rect l="l" t="t" r="r" b="b"/>
            <a:pathLst>
              <a:path w="12191999" h="6177668">
                <a:moveTo>
                  <a:pt x="6861986" y="6107659"/>
                </a:moveTo>
                <a:lnTo>
                  <a:pt x="6860986" y="6107739"/>
                </a:lnTo>
                <a:lnTo>
                  <a:pt x="6860759" y="6108287"/>
                </a:lnTo>
                <a:close/>
                <a:moveTo>
                  <a:pt x="0" y="0"/>
                </a:moveTo>
                <a:lnTo>
                  <a:pt x="12191999" y="0"/>
                </a:lnTo>
                <a:lnTo>
                  <a:pt x="12191999" y="5215324"/>
                </a:lnTo>
                <a:lnTo>
                  <a:pt x="12144282" y="5229900"/>
                </a:lnTo>
                <a:cubicBezTo>
                  <a:pt x="12016423" y="5267070"/>
                  <a:pt x="11888048" y="5302510"/>
                  <a:pt x="11759192" y="5336208"/>
                </a:cubicBezTo>
                <a:cubicBezTo>
                  <a:pt x="11344324" y="5446552"/>
                  <a:pt x="10926015" y="5542623"/>
                  <a:pt x="10505159" y="5627228"/>
                </a:cubicBezTo>
                <a:cubicBezTo>
                  <a:pt x="10171926" y="5694160"/>
                  <a:pt x="9837459" y="5754097"/>
                  <a:pt x="9501755" y="5807012"/>
                </a:cubicBezTo>
                <a:cubicBezTo>
                  <a:pt x="9180066" y="5857979"/>
                  <a:pt x="8857537" y="5903722"/>
                  <a:pt x="8534155" y="5944240"/>
                </a:cubicBezTo>
                <a:cubicBezTo>
                  <a:pt x="8286585" y="5975202"/>
                  <a:pt x="8038506" y="6001450"/>
                  <a:pt x="7790171" y="6026297"/>
                </a:cubicBezTo>
                <a:lnTo>
                  <a:pt x="7024337" y="6093812"/>
                </a:lnTo>
                <a:lnTo>
                  <a:pt x="7008892" y="6095938"/>
                </a:lnTo>
                <a:lnTo>
                  <a:pt x="6862735" y="6107599"/>
                </a:lnTo>
                <a:lnTo>
                  <a:pt x="6872248" y="6109467"/>
                </a:lnTo>
                <a:cubicBezTo>
                  <a:pt x="6883954" y="6109945"/>
                  <a:pt x="6896090" y="6107715"/>
                  <a:pt x="6907812" y="6107715"/>
                </a:cubicBezTo>
                <a:cubicBezTo>
                  <a:pt x="6923994" y="6107715"/>
                  <a:pt x="6940176" y="6105039"/>
                  <a:pt x="6956484" y="6104658"/>
                </a:cubicBezTo>
                <a:cubicBezTo>
                  <a:pt x="7188765" y="6099052"/>
                  <a:pt x="7420790" y="6086564"/>
                  <a:pt x="7652688" y="6071273"/>
                </a:cubicBezTo>
                <a:cubicBezTo>
                  <a:pt x="8002191" y="6048212"/>
                  <a:pt x="8351439" y="6019289"/>
                  <a:pt x="8699923" y="5982083"/>
                </a:cubicBezTo>
                <a:cubicBezTo>
                  <a:pt x="8986610" y="5952012"/>
                  <a:pt x="9272570" y="5916463"/>
                  <a:pt x="9557819" y="5875435"/>
                </a:cubicBezTo>
                <a:cubicBezTo>
                  <a:pt x="9943546" y="5819627"/>
                  <a:pt x="10327451" y="5753205"/>
                  <a:pt x="10709534" y="5676156"/>
                </a:cubicBezTo>
                <a:cubicBezTo>
                  <a:pt x="11171292" y="5582632"/>
                  <a:pt x="11629098" y="5472289"/>
                  <a:pt x="12081554" y="5341561"/>
                </a:cubicBezTo>
                <a:lnTo>
                  <a:pt x="12191999" y="5308238"/>
                </a:lnTo>
                <a:lnTo>
                  <a:pt x="12191999" y="5364054"/>
                </a:lnTo>
                <a:lnTo>
                  <a:pt x="11911964" y="5447316"/>
                </a:lnTo>
                <a:cubicBezTo>
                  <a:pt x="11616866" y="5529116"/>
                  <a:pt x="11319604" y="5601872"/>
                  <a:pt x="11020049" y="5667491"/>
                </a:cubicBezTo>
                <a:cubicBezTo>
                  <a:pt x="10703036" y="5737061"/>
                  <a:pt x="10384496" y="5798641"/>
                  <a:pt x="10064425" y="5852245"/>
                </a:cubicBezTo>
                <a:cubicBezTo>
                  <a:pt x="9798381" y="5896841"/>
                  <a:pt x="9531609" y="5936505"/>
                  <a:pt x="9264124" y="5971252"/>
                </a:cubicBezTo>
                <a:cubicBezTo>
                  <a:pt x="9061021" y="5997500"/>
                  <a:pt x="8857919" y="6022219"/>
                  <a:pt x="8654182" y="6042605"/>
                </a:cubicBezTo>
                <a:cubicBezTo>
                  <a:pt x="8416040" y="6065924"/>
                  <a:pt x="8177644" y="6087966"/>
                  <a:pt x="7938866" y="6105677"/>
                </a:cubicBezTo>
                <a:cubicBezTo>
                  <a:pt x="7628862" y="6128611"/>
                  <a:pt x="7318730" y="6146960"/>
                  <a:pt x="7008089" y="6158427"/>
                </a:cubicBezTo>
                <a:cubicBezTo>
                  <a:pt x="6855189" y="6164034"/>
                  <a:pt x="6702290" y="6167984"/>
                  <a:pt x="6549390" y="6172697"/>
                </a:cubicBezTo>
                <a:cubicBezTo>
                  <a:pt x="6510756" y="6170558"/>
                  <a:pt x="6472010" y="6172226"/>
                  <a:pt x="6433696" y="6177668"/>
                </a:cubicBezTo>
                <a:lnTo>
                  <a:pt x="6127899" y="6177668"/>
                </a:lnTo>
                <a:lnTo>
                  <a:pt x="6048391" y="6172953"/>
                </a:lnTo>
                <a:cubicBezTo>
                  <a:pt x="5810377" y="6160212"/>
                  <a:pt x="5572363" y="6146069"/>
                  <a:pt x="5334221" y="6135747"/>
                </a:cubicBezTo>
                <a:cubicBezTo>
                  <a:pt x="5026766" y="6123004"/>
                  <a:pt x="4719692" y="6101983"/>
                  <a:pt x="4413510" y="6072039"/>
                </a:cubicBezTo>
                <a:cubicBezTo>
                  <a:pt x="4088215" y="6040312"/>
                  <a:pt x="3763687" y="6004763"/>
                  <a:pt x="3438265" y="5970870"/>
                </a:cubicBezTo>
                <a:cubicBezTo>
                  <a:pt x="3099935" y="5935704"/>
                  <a:pt x="2762281" y="5895019"/>
                  <a:pt x="2425303" y="5848805"/>
                </a:cubicBezTo>
                <a:cubicBezTo>
                  <a:pt x="2047042" y="5797329"/>
                  <a:pt x="1669936" y="5738080"/>
                  <a:pt x="1293973" y="5671060"/>
                </a:cubicBezTo>
                <a:cubicBezTo>
                  <a:pt x="902168" y="5600534"/>
                  <a:pt x="512942" y="5519976"/>
                  <a:pt x="126888" y="5425029"/>
                </a:cubicBezTo>
                <a:lnTo>
                  <a:pt x="0" y="5392100"/>
                </a:lnTo>
                <a:lnTo>
                  <a:pt x="0" y="5333771"/>
                </a:lnTo>
                <a:lnTo>
                  <a:pt x="130837" y="5368509"/>
                </a:lnTo>
                <a:cubicBezTo>
                  <a:pt x="306720" y="5411799"/>
                  <a:pt x="483287" y="5452095"/>
                  <a:pt x="660204" y="5490001"/>
                </a:cubicBezTo>
                <a:cubicBezTo>
                  <a:pt x="1048569" y="5572948"/>
                  <a:pt x="1439228" y="5643664"/>
                  <a:pt x="1831416" y="5705715"/>
                </a:cubicBezTo>
                <a:cubicBezTo>
                  <a:pt x="2114917" y="5750440"/>
                  <a:pt x="2398801" y="5791595"/>
                  <a:pt x="2677204" y="5825742"/>
                </a:cubicBezTo>
                <a:cubicBezTo>
                  <a:pt x="2669177" y="5828418"/>
                  <a:pt x="2658222" y="5818097"/>
                  <a:pt x="2644716" y="5815549"/>
                </a:cubicBezTo>
                <a:cubicBezTo>
                  <a:pt x="2149740" y="5721171"/>
                  <a:pt x="1659233" y="5607352"/>
                  <a:pt x="1173182" y="5474074"/>
                </a:cubicBezTo>
                <a:cubicBezTo>
                  <a:pt x="940520" y="5410366"/>
                  <a:pt x="709302" y="5342134"/>
                  <a:pt x="479527" y="5269379"/>
                </a:cubicBezTo>
                <a:lnTo>
                  <a:pt x="0" y="5107083"/>
                </a:lnTo>
                <a:close/>
              </a:path>
            </a:pathLst>
          </a:custGeom>
        </p:spPr>
      </p:pic>
      <p:sp>
        <p:nvSpPr>
          <p:cNvPr id="2" name="Title 1"/>
          <p:cNvSpPr>
            <a:spLocks noGrp="1"/>
          </p:cNvSpPr>
          <p:nvPr>
            <p:ph type="ctrTitle"/>
          </p:nvPr>
        </p:nvSpPr>
        <p:spPr>
          <a:xfrm>
            <a:off x="857250" y="1825328"/>
            <a:ext cx="5143500" cy="4244622"/>
          </a:xfrm>
        </p:spPr>
        <p:txBody>
          <a:bodyPr>
            <a:normAutofit/>
          </a:bodyPr>
          <a:lstStyle/>
          <a:p>
            <a:pPr algn="ctr"/>
            <a:r>
              <a:rPr lang="en-US" sz="9400">
                <a:solidFill>
                  <a:schemeClr val="bg1"/>
                </a:solidFill>
              </a:rPr>
              <a:t>The Tech Yantras</a:t>
            </a:r>
          </a:p>
        </p:txBody>
      </p:sp>
      <p:sp>
        <p:nvSpPr>
          <p:cNvPr id="3" name="Subtitle 2"/>
          <p:cNvSpPr>
            <a:spLocks noGrp="1"/>
          </p:cNvSpPr>
          <p:nvPr>
            <p:ph type="subTitle" idx="1"/>
          </p:nvPr>
        </p:nvSpPr>
        <p:spPr>
          <a:xfrm>
            <a:off x="857250" y="6981475"/>
            <a:ext cx="5143500" cy="2128574"/>
          </a:xfrm>
        </p:spPr>
        <p:txBody>
          <a:bodyPr vert="horz" lIns="51435" tIns="25718" rIns="51435" bIns="25718" rtlCol="0">
            <a:normAutofit/>
          </a:bodyPr>
          <a:lstStyle/>
          <a:p>
            <a:pPr algn="ctr"/>
            <a:r>
              <a:rPr lang="en-US" sz="3700" b="1">
                <a:solidFill>
                  <a:schemeClr val="bg1"/>
                </a:solidFill>
              </a:rPr>
              <a:t>Aashrith, Vatsal and Jeevan</a:t>
            </a:r>
          </a:p>
        </p:txBody>
      </p:sp>
      <p:sp>
        <p:nvSpPr>
          <p:cNvPr id="23" name="Rectangle 6">
            <a:extLst>
              <a:ext uri="{FF2B5EF4-FFF2-40B4-BE49-F238E27FC236}">
                <a16:creationId xmlns:a16="http://schemas.microsoft.com/office/drawing/2014/main" id="{DCB8EB4B-AFE9-41E8-95B0-F246E5740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35490" y="6488993"/>
            <a:ext cx="2387019" cy="48768"/>
          </a:xfrm>
          <a:custGeom>
            <a:avLst/>
            <a:gdLst>
              <a:gd name="connsiteX0" fmla="*/ 0 w 2387019"/>
              <a:gd name="connsiteY0" fmla="*/ 0 h 48768"/>
              <a:gd name="connsiteX1" fmla="*/ 572885 w 2387019"/>
              <a:gd name="connsiteY1" fmla="*/ 0 h 48768"/>
              <a:gd name="connsiteX2" fmla="*/ 1169639 w 2387019"/>
              <a:gd name="connsiteY2" fmla="*/ 0 h 48768"/>
              <a:gd name="connsiteX3" fmla="*/ 1766394 w 2387019"/>
              <a:gd name="connsiteY3" fmla="*/ 0 h 48768"/>
              <a:gd name="connsiteX4" fmla="*/ 2387019 w 2387019"/>
              <a:gd name="connsiteY4" fmla="*/ 0 h 48768"/>
              <a:gd name="connsiteX5" fmla="*/ 2387019 w 2387019"/>
              <a:gd name="connsiteY5" fmla="*/ 48768 h 48768"/>
              <a:gd name="connsiteX6" fmla="*/ 1790264 w 2387019"/>
              <a:gd name="connsiteY6" fmla="*/ 48768 h 48768"/>
              <a:gd name="connsiteX7" fmla="*/ 1241250 w 2387019"/>
              <a:gd name="connsiteY7" fmla="*/ 48768 h 48768"/>
              <a:gd name="connsiteX8" fmla="*/ 692236 w 2387019"/>
              <a:gd name="connsiteY8" fmla="*/ 48768 h 48768"/>
              <a:gd name="connsiteX9" fmla="*/ 0 w 2387019"/>
              <a:gd name="connsiteY9" fmla="*/ 48768 h 48768"/>
              <a:gd name="connsiteX10" fmla="*/ 0 w 2387019"/>
              <a:gd name="connsiteY10" fmla="*/ 0 h 4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87019" h="48768" fill="none" extrusionOk="0">
                <a:moveTo>
                  <a:pt x="0" y="0"/>
                </a:moveTo>
                <a:cubicBezTo>
                  <a:pt x="269002" y="13099"/>
                  <a:pt x="337839" y="4150"/>
                  <a:pt x="572885" y="0"/>
                </a:cubicBezTo>
                <a:cubicBezTo>
                  <a:pt x="807932" y="-4150"/>
                  <a:pt x="1038930" y="14610"/>
                  <a:pt x="1169639" y="0"/>
                </a:cubicBezTo>
                <a:cubicBezTo>
                  <a:pt x="1300348" y="-14610"/>
                  <a:pt x="1561093" y="18673"/>
                  <a:pt x="1766394" y="0"/>
                </a:cubicBezTo>
                <a:cubicBezTo>
                  <a:pt x="1971696" y="-18673"/>
                  <a:pt x="2153568" y="403"/>
                  <a:pt x="2387019" y="0"/>
                </a:cubicBezTo>
                <a:cubicBezTo>
                  <a:pt x="2387170" y="10300"/>
                  <a:pt x="2386440" y="36821"/>
                  <a:pt x="2387019" y="48768"/>
                </a:cubicBezTo>
                <a:cubicBezTo>
                  <a:pt x="2109796" y="66633"/>
                  <a:pt x="2071318" y="68801"/>
                  <a:pt x="1790264" y="48768"/>
                </a:cubicBezTo>
                <a:cubicBezTo>
                  <a:pt x="1509211" y="28735"/>
                  <a:pt x="1406069" y="59877"/>
                  <a:pt x="1241250" y="48768"/>
                </a:cubicBezTo>
                <a:cubicBezTo>
                  <a:pt x="1076431" y="37659"/>
                  <a:pt x="931475" y="71833"/>
                  <a:pt x="692236" y="48768"/>
                </a:cubicBezTo>
                <a:cubicBezTo>
                  <a:pt x="452997" y="25703"/>
                  <a:pt x="197757" y="72419"/>
                  <a:pt x="0" y="48768"/>
                </a:cubicBezTo>
                <a:cubicBezTo>
                  <a:pt x="227" y="31095"/>
                  <a:pt x="-1258" y="20579"/>
                  <a:pt x="0" y="0"/>
                </a:cubicBezTo>
                <a:close/>
              </a:path>
              <a:path w="2387019" h="48768" stroke="0" extrusionOk="0">
                <a:moveTo>
                  <a:pt x="0" y="0"/>
                </a:moveTo>
                <a:cubicBezTo>
                  <a:pt x="284299" y="-4796"/>
                  <a:pt x="337491" y="7899"/>
                  <a:pt x="572885" y="0"/>
                </a:cubicBezTo>
                <a:cubicBezTo>
                  <a:pt x="808280" y="-7899"/>
                  <a:pt x="873489" y="-3075"/>
                  <a:pt x="1098029" y="0"/>
                </a:cubicBezTo>
                <a:cubicBezTo>
                  <a:pt x="1322569" y="3075"/>
                  <a:pt x="1581035" y="-13666"/>
                  <a:pt x="1742524" y="0"/>
                </a:cubicBezTo>
                <a:cubicBezTo>
                  <a:pt x="1904014" y="13666"/>
                  <a:pt x="2127735" y="23421"/>
                  <a:pt x="2387019" y="0"/>
                </a:cubicBezTo>
                <a:cubicBezTo>
                  <a:pt x="2386519" y="13134"/>
                  <a:pt x="2389382" y="36052"/>
                  <a:pt x="2387019" y="48768"/>
                </a:cubicBezTo>
                <a:cubicBezTo>
                  <a:pt x="2226413" y="64684"/>
                  <a:pt x="2090639" y="58663"/>
                  <a:pt x="1838005" y="48768"/>
                </a:cubicBezTo>
                <a:cubicBezTo>
                  <a:pt x="1585371" y="38873"/>
                  <a:pt x="1508710" y="40157"/>
                  <a:pt x="1288990" y="48768"/>
                </a:cubicBezTo>
                <a:cubicBezTo>
                  <a:pt x="1069271" y="57379"/>
                  <a:pt x="930701" y="72102"/>
                  <a:pt x="644495" y="48768"/>
                </a:cubicBezTo>
                <a:cubicBezTo>
                  <a:pt x="358290" y="25434"/>
                  <a:pt x="306175" y="74519"/>
                  <a:pt x="0" y="48768"/>
                </a:cubicBezTo>
                <a:cubicBezTo>
                  <a:pt x="-44" y="31824"/>
                  <a:pt x="-1536" y="20934"/>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7B6BBF-09F2-4A29-AE4E-3771E292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16D3C-4310-74F0-FD00-D0803DE87D4C}"/>
              </a:ext>
            </a:extLst>
          </p:cNvPr>
          <p:cNvSpPr>
            <a:spLocks noGrp="1"/>
          </p:cNvSpPr>
          <p:nvPr>
            <p:ph type="title"/>
          </p:nvPr>
        </p:nvSpPr>
        <p:spPr>
          <a:xfrm>
            <a:off x="357187" y="1127162"/>
            <a:ext cx="6143423" cy="2337241"/>
          </a:xfrm>
          <a:solidFill>
            <a:schemeClr val="accent6">
              <a:lumMod val="60000"/>
              <a:lumOff val="40000"/>
            </a:schemeClr>
          </a:solidFill>
        </p:spPr>
        <p:txBody>
          <a:bodyPr anchor="ctr">
            <a:normAutofit/>
          </a:bodyPr>
          <a:lstStyle/>
          <a:p>
            <a:pPr algn="ctr"/>
            <a:r>
              <a:rPr lang="en-US" sz="8400" b="1">
                <a:solidFill>
                  <a:schemeClr val="bg1"/>
                </a:solidFill>
              </a:rPr>
              <a:t>Table Of contents</a:t>
            </a:r>
          </a:p>
        </p:txBody>
      </p:sp>
      <p:sp>
        <p:nvSpPr>
          <p:cNvPr id="7" name="Rectangle 6">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364671" y="3985310"/>
            <a:ext cx="6131373" cy="32512"/>
          </a:xfrm>
          <a:custGeom>
            <a:avLst/>
            <a:gdLst>
              <a:gd name="connsiteX0" fmla="*/ 0 w 6131373"/>
              <a:gd name="connsiteY0" fmla="*/ 0 h 32512"/>
              <a:gd name="connsiteX1" fmla="*/ 558636 w 6131373"/>
              <a:gd name="connsiteY1" fmla="*/ 0 h 32512"/>
              <a:gd name="connsiteX2" fmla="*/ 1178586 w 6131373"/>
              <a:gd name="connsiteY2" fmla="*/ 0 h 32512"/>
              <a:gd name="connsiteX3" fmla="*/ 1737222 w 6131373"/>
              <a:gd name="connsiteY3" fmla="*/ 0 h 32512"/>
              <a:gd name="connsiteX4" fmla="*/ 2479800 w 6131373"/>
              <a:gd name="connsiteY4" fmla="*/ 0 h 32512"/>
              <a:gd name="connsiteX5" fmla="*/ 3161063 w 6131373"/>
              <a:gd name="connsiteY5" fmla="*/ 0 h 32512"/>
              <a:gd name="connsiteX6" fmla="*/ 3842327 w 6131373"/>
              <a:gd name="connsiteY6" fmla="*/ 0 h 32512"/>
              <a:gd name="connsiteX7" fmla="*/ 4646218 w 6131373"/>
              <a:gd name="connsiteY7" fmla="*/ 0 h 32512"/>
              <a:gd name="connsiteX8" fmla="*/ 5388796 w 6131373"/>
              <a:gd name="connsiteY8" fmla="*/ 0 h 32512"/>
              <a:gd name="connsiteX9" fmla="*/ 6131373 w 6131373"/>
              <a:gd name="connsiteY9" fmla="*/ 0 h 32512"/>
              <a:gd name="connsiteX10" fmla="*/ 6131373 w 6131373"/>
              <a:gd name="connsiteY10" fmla="*/ 32512 h 32512"/>
              <a:gd name="connsiteX11" fmla="*/ 5634051 w 6131373"/>
              <a:gd name="connsiteY11" fmla="*/ 32512 h 32512"/>
              <a:gd name="connsiteX12" fmla="*/ 5075414 w 6131373"/>
              <a:gd name="connsiteY12" fmla="*/ 32512 h 32512"/>
              <a:gd name="connsiteX13" fmla="*/ 4332837 w 6131373"/>
              <a:gd name="connsiteY13" fmla="*/ 32512 h 32512"/>
              <a:gd name="connsiteX14" fmla="*/ 3528946 w 6131373"/>
              <a:gd name="connsiteY14" fmla="*/ 32512 h 32512"/>
              <a:gd name="connsiteX15" fmla="*/ 2908996 w 6131373"/>
              <a:gd name="connsiteY15" fmla="*/ 32512 h 32512"/>
              <a:gd name="connsiteX16" fmla="*/ 2105105 w 6131373"/>
              <a:gd name="connsiteY16" fmla="*/ 32512 h 32512"/>
              <a:gd name="connsiteX17" fmla="*/ 1546469 w 6131373"/>
              <a:gd name="connsiteY17" fmla="*/ 32512 h 32512"/>
              <a:gd name="connsiteX18" fmla="*/ 1049146 w 6131373"/>
              <a:gd name="connsiteY18" fmla="*/ 32512 h 32512"/>
              <a:gd name="connsiteX19" fmla="*/ 0 w 6131373"/>
              <a:gd name="connsiteY19" fmla="*/ 32512 h 32512"/>
              <a:gd name="connsiteX20" fmla="*/ 0 w 6131373"/>
              <a:gd name="connsiteY20" fmla="*/ 0 h 3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31373" h="32512" fill="none" extrusionOk="0">
                <a:moveTo>
                  <a:pt x="0" y="0"/>
                </a:moveTo>
                <a:cubicBezTo>
                  <a:pt x="115553" y="-3330"/>
                  <a:pt x="312450" y="-562"/>
                  <a:pt x="558636" y="0"/>
                </a:cubicBezTo>
                <a:cubicBezTo>
                  <a:pt x="804822" y="562"/>
                  <a:pt x="884084" y="-30421"/>
                  <a:pt x="1178586" y="0"/>
                </a:cubicBezTo>
                <a:cubicBezTo>
                  <a:pt x="1473088" y="30421"/>
                  <a:pt x="1583291" y="-11012"/>
                  <a:pt x="1737222" y="0"/>
                </a:cubicBezTo>
                <a:cubicBezTo>
                  <a:pt x="1891153" y="11012"/>
                  <a:pt x="2292521" y="14276"/>
                  <a:pt x="2479800" y="0"/>
                </a:cubicBezTo>
                <a:cubicBezTo>
                  <a:pt x="2667079" y="-14276"/>
                  <a:pt x="3009511" y="20368"/>
                  <a:pt x="3161063" y="0"/>
                </a:cubicBezTo>
                <a:cubicBezTo>
                  <a:pt x="3312615" y="-20368"/>
                  <a:pt x="3685503" y="-31912"/>
                  <a:pt x="3842327" y="0"/>
                </a:cubicBezTo>
                <a:cubicBezTo>
                  <a:pt x="3999151" y="31912"/>
                  <a:pt x="4365712" y="39280"/>
                  <a:pt x="4646218" y="0"/>
                </a:cubicBezTo>
                <a:cubicBezTo>
                  <a:pt x="4926724" y="-39280"/>
                  <a:pt x="5219501" y="35249"/>
                  <a:pt x="5388796" y="0"/>
                </a:cubicBezTo>
                <a:cubicBezTo>
                  <a:pt x="5558091" y="-35249"/>
                  <a:pt x="5913349" y="-2668"/>
                  <a:pt x="6131373" y="0"/>
                </a:cubicBezTo>
                <a:cubicBezTo>
                  <a:pt x="6130634" y="13360"/>
                  <a:pt x="6130133" y="16545"/>
                  <a:pt x="6131373" y="32512"/>
                </a:cubicBezTo>
                <a:cubicBezTo>
                  <a:pt x="5968633" y="46188"/>
                  <a:pt x="5827659" y="29169"/>
                  <a:pt x="5634051" y="32512"/>
                </a:cubicBezTo>
                <a:cubicBezTo>
                  <a:pt x="5440443" y="35855"/>
                  <a:pt x="5316839" y="8640"/>
                  <a:pt x="5075414" y="32512"/>
                </a:cubicBezTo>
                <a:cubicBezTo>
                  <a:pt x="4833989" y="56384"/>
                  <a:pt x="4535224" y="57153"/>
                  <a:pt x="4332837" y="32512"/>
                </a:cubicBezTo>
                <a:cubicBezTo>
                  <a:pt x="4130450" y="7871"/>
                  <a:pt x="3762716" y="48032"/>
                  <a:pt x="3528946" y="32512"/>
                </a:cubicBezTo>
                <a:cubicBezTo>
                  <a:pt x="3295176" y="16992"/>
                  <a:pt x="3088557" y="43754"/>
                  <a:pt x="2908996" y="32512"/>
                </a:cubicBezTo>
                <a:cubicBezTo>
                  <a:pt x="2729435" y="21271"/>
                  <a:pt x="2496987" y="3537"/>
                  <a:pt x="2105105" y="32512"/>
                </a:cubicBezTo>
                <a:cubicBezTo>
                  <a:pt x="1713223" y="61487"/>
                  <a:pt x="1764525" y="29249"/>
                  <a:pt x="1546469" y="32512"/>
                </a:cubicBezTo>
                <a:cubicBezTo>
                  <a:pt x="1328413" y="35775"/>
                  <a:pt x="1296027" y="51983"/>
                  <a:pt x="1049146" y="32512"/>
                </a:cubicBezTo>
                <a:cubicBezTo>
                  <a:pt x="802265" y="13041"/>
                  <a:pt x="389991" y="67491"/>
                  <a:pt x="0" y="32512"/>
                </a:cubicBezTo>
                <a:cubicBezTo>
                  <a:pt x="327" y="20067"/>
                  <a:pt x="-208" y="6753"/>
                  <a:pt x="0" y="0"/>
                </a:cubicBezTo>
                <a:close/>
              </a:path>
              <a:path w="6131373" h="32512" stroke="0" extrusionOk="0">
                <a:moveTo>
                  <a:pt x="0" y="0"/>
                </a:moveTo>
                <a:cubicBezTo>
                  <a:pt x="278547" y="9460"/>
                  <a:pt x="391801" y="3595"/>
                  <a:pt x="619950" y="0"/>
                </a:cubicBezTo>
                <a:cubicBezTo>
                  <a:pt x="848099" y="-3595"/>
                  <a:pt x="996041" y="-11192"/>
                  <a:pt x="1117272" y="0"/>
                </a:cubicBezTo>
                <a:cubicBezTo>
                  <a:pt x="1238503" y="11192"/>
                  <a:pt x="1537514" y="3921"/>
                  <a:pt x="1921164" y="0"/>
                </a:cubicBezTo>
                <a:cubicBezTo>
                  <a:pt x="2304814" y="-3921"/>
                  <a:pt x="2290521" y="-4307"/>
                  <a:pt x="2541113" y="0"/>
                </a:cubicBezTo>
                <a:cubicBezTo>
                  <a:pt x="2791705" y="4307"/>
                  <a:pt x="2979482" y="23736"/>
                  <a:pt x="3161063" y="0"/>
                </a:cubicBezTo>
                <a:cubicBezTo>
                  <a:pt x="3342644" y="-23736"/>
                  <a:pt x="3640556" y="-18500"/>
                  <a:pt x="3964955" y="0"/>
                </a:cubicBezTo>
                <a:cubicBezTo>
                  <a:pt x="4289354" y="18500"/>
                  <a:pt x="4381186" y="-8740"/>
                  <a:pt x="4523591" y="0"/>
                </a:cubicBezTo>
                <a:cubicBezTo>
                  <a:pt x="4665996" y="8740"/>
                  <a:pt x="5091244" y="17883"/>
                  <a:pt x="5327482" y="0"/>
                </a:cubicBezTo>
                <a:cubicBezTo>
                  <a:pt x="5563720" y="-17883"/>
                  <a:pt x="5943064" y="13245"/>
                  <a:pt x="6131373" y="0"/>
                </a:cubicBezTo>
                <a:cubicBezTo>
                  <a:pt x="6129782" y="15731"/>
                  <a:pt x="6131916" y="20491"/>
                  <a:pt x="6131373" y="32512"/>
                </a:cubicBezTo>
                <a:cubicBezTo>
                  <a:pt x="5893818" y="37916"/>
                  <a:pt x="5790379" y="23930"/>
                  <a:pt x="5450109" y="32512"/>
                </a:cubicBezTo>
                <a:cubicBezTo>
                  <a:pt x="5109839" y="41094"/>
                  <a:pt x="5077862" y="56537"/>
                  <a:pt x="4830159" y="32512"/>
                </a:cubicBezTo>
                <a:cubicBezTo>
                  <a:pt x="4582456" y="8488"/>
                  <a:pt x="4311150" y="2142"/>
                  <a:pt x="4026268" y="32512"/>
                </a:cubicBezTo>
                <a:cubicBezTo>
                  <a:pt x="3741386" y="62882"/>
                  <a:pt x="3488789" y="54775"/>
                  <a:pt x="3222377" y="32512"/>
                </a:cubicBezTo>
                <a:cubicBezTo>
                  <a:pt x="2955965" y="10249"/>
                  <a:pt x="2815912" y="52658"/>
                  <a:pt x="2663741" y="32512"/>
                </a:cubicBezTo>
                <a:cubicBezTo>
                  <a:pt x="2511570" y="12366"/>
                  <a:pt x="2122834" y="2439"/>
                  <a:pt x="1982477" y="32512"/>
                </a:cubicBezTo>
                <a:cubicBezTo>
                  <a:pt x="1842120" y="62585"/>
                  <a:pt x="1438360" y="66257"/>
                  <a:pt x="1178586" y="32512"/>
                </a:cubicBezTo>
                <a:cubicBezTo>
                  <a:pt x="918812" y="-1233"/>
                  <a:pt x="390337" y="-17775"/>
                  <a:pt x="0" y="32512"/>
                </a:cubicBezTo>
                <a:cubicBezTo>
                  <a:pt x="233" y="17345"/>
                  <a:pt x="1531" y="11946"/>
                  <a:pt x="0" y="0"/>
                </a:cubicBezTo>
                <a:close/>
              </a:path>
            </a:pathLst>
          </a:custGeom>
          <a:solidFill>
            <a:schemeClr val="accent6">
              <a:lumMod val="60000"/>
              <a:lumOff val="40000"/>
            </a:schemeClr>
          </a:solidFill>
          <a:ln w="34925">
            <a:solidFill>
              <a:schemeClr val="accent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Content Placeholder 8">
            <a:extLst>
              <a:ext uri="{FF2B5EF4-FFF2-40B4-BE49-F238E27FC236}">
                <a16:creationId xmlns:a16="http://schemas.microsoft.com/office/drawing/2014/main" id="{01C7722D-D70B-DE27-81EF-FD520B315A14}"/>
              </a:ext>
            </a:extLst>
          </p:cNvPr>
          <p:cNvGraphicFramePr>
            <a:graphicFrameLocks noGrp="1"/>
          </p:cNvGraphicFramePr>
          <p:nvPr>
            <p:ph idx="1"/>
            <p:extLst>
              <p:ext uri="{D42A27DB-BD31-4B8C-83A1-F6EECF244321}">
                <p14:modId xmlns:p14="http://schemas.microsoft.com/office/powerpoint/2010/main" val="656394426"/>
              </p:ext>
            </p:extLst>
          </p:nvPr>
        </p:nvGraphicFramePr>
        <p:xfrm>
          <a:off x="359975" y="4703686"/>
          <a:ext cx="6086094" cy="6815654"/>
        </p:xfrm>
        <a:graphic>
          <a:graphicData uri="http://schemas.openxmlformats.org/drawingml/2006/table">
            <a:tbl>
              <a:tblPr firstRow="1" bandRow="1">
                <a:tableStyleId>{638B1855-1B75-4FBE-930C-398BA8C253C6}</a:tableStyleId>
              </a:tblPr>
              <a:tblGrid>
                <a:gridCol w="2028698">
                  <a:extLst>
                    <a:ext uri="{9D8B030D-6E8A-4147-A177-3AD203B41FA5}">
                      <a16:colId xmlns:a16="http://schemas.microsoft.com/office/drawing/2014/main" val="2376998961"/>
                    </a:ext>
                  </a:extLst>
                </a:gridCol>
                <a:gridCol w="2028698">
                  <a:extLst>
                    <a:ext uri="{9D8B030D-6E8A-4147-A177-3AD203B41FA5}">
                      <a16:colId xmlns:a16="http://schemas.microsoft.com/office/drawing/2014/main" val="4132760761"/>
                    </a:ext>
                  </a:extLst>
                </a:gridCol>
                <a:gridCol w="2028698">
                  <a:extLst>
                    <a:ext uri="{9D8B030D-6E8A-4147-A177-3AD203B41FA5}">
                      <a16:colId xmlns:a16="http://schemas.microsoft.com/office/drawing/2014/main" val="2653133556"/>
                    </a:ext>
                  </a:extLst>
                </a:gridCol>
              </a:tblGrid>
              <a:tr h="654706">
                <a:tc>
                  <a:txBody>
                    <a:bodyPr/>
                    <a:lstStyle/>
                    <a:p>
                      <a:pPr lvl="0">
                        <a:buNone/>
                      </a:pPr>
                      <a:r>
                        <a:rPr lang="en-US" sz="2800" err="1"/>
                        <a:t>S.No</a:t>
                      </a:r>
                    </a:p>
                  </a:txBody>
                  <a:tcPr/>
                </a:tc>
                <a:tc>
                  <a:txBody>
                    <a:bodyPr/>
                    <a:lstStyle/>
                    <a:p>
                      <a:r>
                        <a:rPr lang="en-US" sz="2800" dirty="0"/>
                        <a:t>Content</a:t>
                      </a:r>
                    </a:p>
                  </a:txBody>
                  <a:tcPr/>
                </a:tc>
                <a:tc>
                  <a:txBody>
                    <a:bodyPr/>
                    <a:lstStyle/>
                    <a:p>
                      <a:r>
                        <a:rPr lang="en-US" sz="2800" dirty="0"/>
                        <a:t>Page No.</a:t>
                      </a:r>
                    </a:p>
                  </a:txBody>
                  <a:tcPr/>
                </a:tc>
                <a:extLst>
                  <a:ext uri="{0D108BD9-81ED-4DB2-BD59-A6C34878D82A}">
                    <a16:rowId xmlns:a16="http://schemas.microsoft.com/office/drawing/2014/main" val="2320251815"/>
                  </a:ext>
                </a:extLst>
              </a:tr>
              <a:tr h="654706">
                <a:tc>
                  <a:txBody>
                    <a:bodyPr/>
                    <a:lstStyle/>
                    <a:p>
                      <a:r>
                        <a:rPr lang="en-US" sz="2800" dirty="0"/>
                        <a:t>1.</a:t>
                      </a:r>
                    </a:p>
                  </a:txBody>
                  <a:tcPr/>
                </a:tc>
                <a:tc>
                  <a:txBody>
                    <a:bodyPr/>
                    <a:lstStyle/>
                    <a:p>
                      <a:r>
                        <a:rPr lang="en-US" sz="2800" dirty="0"/>
                        <a:t>About The Team</a:t>
                      </a:r>
                    </a:p>
                  </a:txBody>
                  <a:tcPr/>
                </a:tc>
                <a:tc>
                  <a:txBody>
                    <a:bodyPr/>
                    <a:lstStyle/>
                    <a:p>
                      <a:r>
                        <a:rPr lang="en-US" sz="2800" dirty="0"/>
                        <a:t>1</a:t>
                      </a:r>
                    </a:p>
                  </a:txBody>
                  <a:tcPr/>
                </a:tc>
                <a:extLst>
                  <a:ext uri="{0D108BD9-81ED-4DB2-BD59-A6C34878D82A}">
                    <a16:rowId xmlns:a16="http://schemas.microsoft.com/office/drawing/2014/main" val="3347587913"/>
                  </a:ext>
                </a:extLst>
              </a:tr>
              <a:tr h="654706">
                <a:tc>
                  <a:txBody>
                    <a:bodyPr/>
                    <a:lstStyle/>
                    <a:p>
                      <a:r>
                        <a:rPr lang="en-US" sz="2800" dirty="0"/>
                        <a:t>2.</a:t>
                      </a:r>
                    </a:p>
                  </a:txBody>
                  <a:tcPr/>
                </a:tc>
                <a:tc>
                  <a:txBody>
                    <a:bodyPr/>
                    <a:lstStyle/>
                    <a:p>
                      <a:r>
                        <a:rPr lang="en-US" sz="2800" dirty="0"/>
                        <a:t>Introduction</a:t>
                      </a:r>
                    </a:p>
                  </a:txBody>
                  <a:tcPr/>
                </a:tc>
                <a:tc>
                  <a:txBody>
                    <a:bodyPr/>
                    <a:lstStyle/>
                    <a:p>
                      <a:r>
                        <a:rPr lang="en-US" sz="2800" dirty="0"/>
                        <a:t>2</a:t>
                      </a:r>
                    </a:p>
                  </a:txBody>
                  <a:tcPr/>
                </a:tc>
                <a:extLst>
                  <a:ext uri="{0D108BD9-81ED-4DB2-BD59-A6C34878D82A}">
                    <a16:rowId xmlns:a16="http://schemas.microsoft.com/office/drawing/2014/main" val="3619863849"/>
                  </a:ext>
                </a:extLst>
              </a:tr>
              <a:tr h="654706">
                <a:tc>
                  <a:txBody>
                    <a:bodyPr/>
                    <a:lstStyle/>
                    <a:p>
                      <a:r>
                        <a:rPr lang="en-US" sz="2800" dirty="0"/>
                        <a:t>3. </a:t>
                      </a:r>
                    </a:p>
                  </a:txBody>
                  <a:tcPr/>
                </a:tc>
                <a:tc>
                  <a:txBody>
                    <a:bodyPr/>
                    <a:lstStyle/>
                    <a:p>
                      <a:r>
                        <a:rPr lang="en-US" sz="2800" dirty="0"/>
                        <a:t>Solution</a:t>
                      </a:r>
                    </a:p>
                  </a:txBody>
                  <a:tcPr/>
                </a:tc>
                <a:tc>
                  <a:txBody>
                    <a:bodyPr/>
                    <a:lstStyle/>
                    <a:p>
                      <a:r>
                        <a:rPr lang="en-US" sz="2800" dirty="0"/>
                        <a:t>3-5</a:t>
                      </a:r>
                    </a:p>
                  </a:txBody>
                  <a:tcPr/>
                </a:tc>
                <a:extLst>
                  <a:ext uri="{0D108BD9-81ED-4DB2-BD59-A6C34878D82A}">
                    <a16:rowId xmlns:a16="http://schemas.microsoft.com/office/drawing/2014/main" val="2662341829"/>
                  </a:ext>
                </a:extLst>
              </a:tr>
              <a:tr h="1443709">
                <a:tc>
                  <a:txBody>
                    <a:bodyPr/>
                    <a:lstStyle/>
                    <a:p>
                      <a:r>
                        <a:rPr lang="en-US" sz="2800" dirty="0"/>
                        <a:t>4.</a:t>
                      </a:r>
                    </a:p>
                  </a:txBody>
                  <a:tcPr/>
                </a:tc>
                <a:tc>
                  <a:txBody>
                    <a:bodyPr/>
                    <a:lstStyle/>
                    <a:p>
                      <a:r>
                        <a:rPr lang="en-US" sz="2800" dirty="0"/>
                        <a:t>Other Ideas &amp; Challenges we can face</a:t>
                      </a:r>
                    </a:p>
                  </a:txBody>
                  <a:tcPr/>
                </a:tc>
                <a:tc>
                  <a:txBody>
                    <a:bodyPr/>
                    <a:lstStyle/>
                    <a:p>
                      <a:r>
                        <a:rPr lang="en-US" sz="2800" dirty="0"/>
                        <a:t>8-9</a:t>
                      </a:r>
                    </a:p>
                  </a:txBody>
                  <a:tcPr/>
                </a:tc>
                <a:extLst>
                  <a:ext uri="{0D108BD9-81ED-4DB2-BD59-A6C34878D82A}">
                    <a16:rowId xmlns:a16="http://schemas.microsoft.com/office/drawing/2014/main" val="567697011"/>
                  </a:ext>
                </a:extLst>
              </a:tr>
              <a:tr h="1443709">
                <a:tc>
                  <a:txBody>
                    <a:bodyPr/>
                    <a:lstStyle/>
                    <a:p>
                      <a:r>
                        <a:rPr lang="en-US" sz="2800" dirty="0"/>
                        <a:t>5.</a:t>
                      </a:r>
                    </a:p>
                  </a:txBody>
                  <a:tcPr/>
                </a:tc>
                <a:tc>
                  <a:txBody>
                    <a:bodyPr/>
                    <a:lstStyle/>
                    <a:p>
                      <a:r>
                        <a:rPr lang="en-US" sz="2800" dirty="0"/>
                        <a:t>Social Impact &amp; Other Components</a:t>
                      </a:r>
                    </a:p>
                  </a:txBody>
                  <a:tcPr/>
                </a:tc>
                <a:tc>
                  <a:txBody>
                    <a:bodyPr/>
                    <a:lstStyle/>
                    <a:p>
                      <a:r>
                        <a:rPr lang="en-US" sz="2800" dirty="0"/>
                        <a:t>10</a:t>
                      </a:r>
                    </a:p>
                  </a:txBody>
                  <a:tcPr/>
                </a:tc>
                <a:extLst>
                  <a:ext uri="{0D108BD9-81ED-4DB2-BD59-A6C34878D82A}">
                    <a16:rowId xmlns:a16="http://schemas.microsoft.com/office/drawing/2014/main" val="3965337187"/>
                  </a:ext>
                </a:extLst>
              </a:tr>
              <a:tr h="654706">
                <a:tc>
                  <a:txBody>
                    <a:bodyPr/>
                    <a:lstStyle/>
                    <a:p>
                      <a:r>
                        <a:rPr lang="en-US" sz="2800" dirty="0"/>
                        <a:t>6.</a:t>
                      </a:r>
                    </a:p>
                  </a:txBody>
                  <a:tcPr/>
                </a:tc>
                <a:tc>
                  <a:txBody>
                    <a:bodyPr/>
                    <a:lstStyle/>
                    <a:p>
                      <a:r>
                        <a:rPr lang="en-US" sz="2800" dirty="0"/>
                        <a:t>Sources</a:t>
                      </a:r>
                    </a:p>
                  </a:txBody>
                  <a:tcPr/>
                </a:tc>
                <a:tc>
                  <a:txBody>
                    <a:bodyPr/>
                    <a:lstStyle/>
                    <a:p>
                      <a:r>
                        <a:rPr lang="en-US" sz="2800" dirty="0"/>
                        <a:t>15</a:t>
                      </a:r>
                    </a:p>
                  </a:txBody>
                  <a:tcPr/>
                </a:tc>
                <a:extLst>
                  <a:ext uri="{0D108BD9-81ED-4DB2-BD59-A6C34878D82A}">
                    <a16:rowId xmlns:a16="http://schemas.microsoft.com/office/drawing/2014/main" val="2079975116"/>
                  </a:ext>
                </a:extLst>
              </a:tr>
              <a:tr h="654706">
                <a:tc>
                  <a:txBody>
                    <a:bodyPr/>
                    <a:lstStyle/>
                    <a:p>
                      <a:r>
                        <a:rPr lang="en-US" sz="2800" dirty="0"/>
                        <a:t>7.</a:t>
                      </a:r>
                    </a:p>
                  </a:txBody>
                  <a:tcPr/>
                </a:tc>
                <a:tc>
                  <a:txBody>
                    <a:bodyPr/>
                    <a:lstStyle/>
                    <a:p>
                      <a:r>
                        <a:rPr lang="en-US" sz="2800" dirty="0"/>
                        <a:t>Circuit Design</a:t>
                      </a:r>
                    </a:p>
                  </a:txBody>
                  <a:tcPr/>
                </a:tc>
                <a:tc>
                  <a:txBody>
                    <a:bodyPr/>
                    <a:lstStyle/>
                    <a:p>
                      <a:r>
                        <a:rPr lang="en-US" sz="2800" dirty="0"/>
                        <a:t>16</a:t>
                      </a:r>
                    </a:p>
                  </a:txBody>
                  <a:tcPr/>
                </a:tc>
                <a:extLst>
                  <a:ext uri="{0D108BD9-81ED-4DB2-BD59-A6C34878D82A}">
                    <a16:rowId xmlns:a16="http://schemas.microsoft.com/office/drawing/2014/main" val="1537520969"/>
                  </a:ext>
                </a:extLst>
              </a:tr>
            </a:tbl>
          </a:graphicData>
        </a:graphic>
      </p:graphicFrame>
    </p:spTree>
    <p:extLst>
      <p:ext uri="{BB962C8B-B14F-4D97-AF65-F5344CB8AC3E}">
        <p14:creationId xmlns:p14="http://schemas.microsoft.com/office/powerpoint/2010/main" val="2057742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9D2268A-D939-4E78-91B6-6C7E46406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D3B806-C1DF-90CD-1EBF-CD8E3E024881}"/>
              </a:ext>
            </a:extLst>
          </p:cNvPr>
          <p:cNvSpPr>
            <a:spLocks noGrp="1"/>
          </p:cNvSpPr>
          <p:nvPr>
            <p:ph type="title"/>
          </p:nvPr>
        </p:nvSpPr>
        <p:spPr>
          <a:xfrm>
            <a:off x="360045" y="1517640"/>
            <a:ext cx="2263140" cy="8897412"/>
          </a:xfrm>
          <a:solidFill>
            <a:schemeClr val="accent6">
              <a:lumMod val="60000"/>
              <a:lumOff val="40000"/>
            </a:schemeClr>
          </a:solidFill>
        </p:spPr>
        <p:txBody>
          <a:bodyPr>
            <a:normAutofit/>
          </a:bodyPr>
          <a:lstStyle/>
          <a:p>
            <a:r>
              <a:rPr lang="en-US" sz="8400"/>
              <a:t>About the team</a:t>
            </a:r>
          </a:p>
        </p:txBody>
      </p:sp>
      <p:sp>
        <p:nvSpPr>
          <p:cNvPr id="37" name="sketchy content container">
            <a:extLst>
              <a:ext uri="{FF2B5EF4-FFF2-40B4-BE49-F238E27FC236}">
                <a16:creationId xmlns:a16="http://schemas.microsoft.com/office/drawing/2014/main" id="{E0C43A58-225D-452D-8185-0D89D1EED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91893" y="877824"/>
            <a:ext cx="3504152" cy="10172848"/>
          </a:xfrm>
          <a:custGeom>
            <a:avLst/>
            <a:gdLst>
              <a:gd name="connsiteX0" fmla="*/ 0 w 3504152"/>
              <a:gd name="connsiteY0" fmla="*/ 0 h 10172848"/>
              <a:gd name="connsiteX1" fmla="*/ 584025 w 3504152"/>
              <a:gd name="connsiteY1" fmla="*/ 0 h 10172848"/>
              <a:gd name="connsiteX2" fmla="*/ 1168051 w 3504152"/>
              <a:gd name="connsiteY2" fmla="*/ 0 h 10172848"/>
              <a:gd name="connsiteX3" fmla="*/ 1822159 w 3504152"/>
              <a:gd name="connsiteY3" fmla="*/ 0 h 10172848"/>
              <a:gd name="connsiteX4" fmla="*/ 2371143 w 3504152"/>
              <a:gd name="connsiteY4" fmla="*/ 0 h 10172848"/>
              <a:gd name="connsiteX5" fmla="*/ 2920127 w 3504152"/>
              <a:gd name="connsiteY5" fmla="*/ 0 h 10172848"/>
              <a:gd name="connsiteX6" fmla="*/ 3504152 w 3504152"/>
              <a:gd name="connsiteY6" fmla="*/ 0 h 10172848"/>
              <a:gd name="connsiteX7" fmla="*/ 3504152 w 3504152"/>
              <a:gd name="connsiteY7" fmla="*/ 779918 h 10172848"/>
              <a:gd name="connsiteX8" fmla="*/ 3504152 w 3504152"/>
              <a:gd name="connsiteY8" fmla="*/ 1458108 h 10172848"/>
              <a:gd name="connsiteX9" fmla="*/ 3504152 w 3504152"/>
              <a:gd name="connsiteY9" fmla="*/ 2339755 h 10172848"/>
              <a:gd name="connsiteX10" fmla="*/ 3504152 w 3504152"/>
              <a:gd name="connsiteY10" fmla="*/ 2916216 h 10172848"/>
              <a:gd name="connsiteX11" fmla="*/ 3504152 w 3504152"/>
              <a:gd name="connsiteY11" fmla="*/ 3390949 h 10172848"/>
              <a:gd name="connsiteX12" fmla="*/ 3504152 w 3504152"/>
              <a:gd name="connsiteY12" fmla="*/ 4069139 h 10172848"/>
              <a:gd name="connsiteX13" fmla="*/ 3504152 w 3504152"/>
              <a:gd name="connsiteY13" fmla="*/ 4849058 h 10172848"/>
              <a:gd name="connsiteX14" fmla="*/ 3504152 w 3504152"/>
              <a:gd name="connsiteY14" fmla="*/ 5730704 h 10172848"/>
              <a:gd name="connsiteX15" fmla="*/ 3504152 w 3504152"/>
              <a:gd name="connsiteY15" fmla="*/ 6510623 h 10172848"/>
              <a:gd name="connsiteX16" fmla="*/ 3504152 w 3504152"/>
              <a:gd name="connsiteY16" fmla="*/ 7392270 h 10172848"/>
              <a:gd name="connsiteX17" fmla="*/ 3504152 w 3504152"/>
              <a:gd name="connsiteY17" fmla="*/ 8172188 h 10172848"/>
              <a:gd name="connsiteX18" fmla="*/ 3504152 w 3504152"/>
              <a:gd name="connsiteY18" fmla="*/ 8646921 h 10172848"/>
              <a:gd name="connsiteX19" fmla="*/ 3504152 w 3504152"/>
              <a:gd name="connsiteY19" fmla="*/ 9426839 h 10172848"/>
              <a:gd name="connsiteX20" fmla="*/ 3504152 w 3504152"/>
              <a:gd name="connsiteY20" fmla="*/ 10172848 h 10172848"/>
              <a:gd name="connsiteX21" fmla="*/ 2990210 w 3504152"/>
              <a:gd name="connsiteY21" fmla="*/ 10172848 h 10172848"/>
              <a:gd name="connsiteX22" fmla="*/ 2511309 w 3504152"/>
              <a:gd name="connsiteY22" fmla="*/ 10172848 h 10172848"/>
              <a:gd name="connsiteX23" fmla="*/ 1962325 w 3504152"/>
              <a:gd name="connsiteY23" fmla="*/ 10172848 h 10172848"/>
              <a:gd name="connsiteX24" fmla="*/ 1343258 w 3504152"/>
              <a:gd name="connsiteY24" fmla="*/ 10172848 h 10172848"/>
              <a:gd name="connsiteX25" fmla="*/ 829316 w 3504152"/>
              <a:gd name="connsiteY25" fmla="*/ 10172848 h 10172848"/>
              <a:gd name="connsiteX26" fmla="*/ 0 w 3504152"/>
              <a:gd name="connsiteY26" fmla="*/ 10172848 h 10172848"/>
              <a:gd name="connsiteX27" fmla="*/ 0 w 3504152"/>
              <a:gd name="connsiteY27" fmla="*/ 9291201 h 10172848"/>
              <a:gd name="connsiteX28" fmla="*/ 0 w 3504152"/>
              <a:gd name="connsiteY28" fmla="*/ 8409554 h 10172848"/>
              <a:gd name="connsiteX29" fmla="*/ 0 w 3504152"/>
              <a:gd name="connsiteY29" fmla="*/ 8036550 h 10172848"/>
              <a:gd name="connsiteX30" fmla="*/ 0 w 3504152"/>
              <a:gd name="connsiteY30" fmla="*/ 7358360 h 10172848"/>
              <a:gd name="connsiteX31" fmla="*/ 0 w 3504152"/>
              <a:gd name="connsiteY31" fmla="*/ 6883627 h 10172848"/>
              <a:gd name="connsiteX32" fmla="*/ 0 w 3504152"/>
              <a:gd name="connsiteY32" fmla="*/ 6408894 h 10172848"/>
              <a:gd name="connsiteX33" fmla="*/ 0 w 3504152"/>
              <a:gd name="connsiteY33" fmla="*/ 5934161 h 10172848"/>
              <a:gd name="connsiteX34" fmla="*/ 0 w 3504152"/>
              <a:gd name="connsiteY34" fmla="*/ 5459428 h 10172848"/>
              <a:gd name="connsiteX35" fmla="*/ 0 w 3504152"/>
              <a:gd name="connsiteY35" fmla="*/ 4882967 h 10172848"/>
              <a:gd name="connsiteX36" fmla="*/ 0 w 3504152"/>
              <a:gd name="connsiteY36" fmla="*/ 4408234 h 10172848"/>
              <a:gd name="connsiteX37" fmla="*/ 0 w 3504152"/>
              <a:gd name="connsiteY37" fmla="*/ 3831773 h 10172848"/>
              <a:gd name="connsiteX38" fmla="*/ 0 w 3504152"/>
              <a:gd name="connsiteY38" fmla="*/ 3051854 h 10172848"/>
              <a:gd name="connsiteX39" fmla="*/ 0 w 3504152"/>
              <a:gd name="connsiteY39" fmla="*/ 2577121 h 10172848"/>
              <a:gd name="connsiteX40" fmla="*/ 0 w 3504152"/>
              <a:gd name="connsiteY40" fmla="*/ 2204117 h 10172848"/>
              <a:gd name="connsiteX41" fmla="*/ 0 w 3504152"/>
              <a:gd name="connsiteY41" fmla="*/ 1322470 h 10172848"/>
              <a:gd name="connsiteX42" fmla="*/ 0 w 3504152"/>
              <a:gd name="connsiteY42" fmla="*/ 949466 h 10172848"/>
              <a:gd name="connsiteX43" fmla="*/ 0 w 3504152"/>
              <a:gd name="connsiteY43" fmla="*/ 0 h 10172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504152" h="10172848" fill="none" extrusionOk="0">
                <a:moveTo>
                  <a:pt x="0" y="0"/>
                </a:moveTo>
                <a:cubicBezTo>
                  <a:pt x="270716" y="-21233"/>
                  <a:pt x="360426" y="-7884"/>
                  <a:pt x="584025" y="0"/>
                </a:cubicBezTo>
                <a:cubicBezTo>
                  <a:pt x="807625" y="7884"/>
                  <a:pt x="992393" y="2836"/>
                  <a:pt x="1168051" y="0"/>
                </a:cubicBezTo>
                <a:cubicBezTo>
                  <a:pt x="1343709" y="-2836"/>
                  <a:pt x="1650370" y="-3501"/>
                  <a:pt x="1822159" y="0"/>
                </a:cubicBezTo>
                <a:cubicBezTo>
                  <a:pt x="1993948" y="3501"/>
                  <a:pt x="2159296" y="-18590"/>
                  <a:pt x="2371143" y="0"/>
                </a:cubicBezTo>
                <a:cubicBezTo>
                  <a:pt x="2582990" y="18590"/>
                  <a:pt x="2657751" y="-429"/>
                  <a:pt x="2920127" y="0"/>
                </a:cubicBezTo>
                <a:cubicBezTo>
                  <a:pt x="3182503" y="429"/>
                  <a:pt x="3385422" y="11896"/>
                  <a:pt x="3504152" y="0"/>
                </a:cubicBezTo>
                <a:cubicBezTo>
                  <a:pt x="3480401" y="238396"/>
                  <a:pt x="3526642" y="464877"/>
                  <a:pt x="3504152" y="779918"/>
                </a:cubicBezTo>
                <a:cubicBezTo>
                  <a:pt x="3481662" y="1094959"/>
                  <a:pt x="3501073" y="1188573"/>
                  <a:pt x="3504152" y="1458108"/>
                </a:cubicBezTo>
                <a:cubicBezTo>
                  <a:pt x="3507232" y="1727643"/>
                  <a:pt x="3540476" y="2114041"/>
                  <a:pt x="3504152" y="2339755"/>
                </a:cubicBezTo>
                <a:cubicBezTo>
                  <a:pt x="3467828" y="2565469"/>
                  <a:pt x="3480335" y="2732310"/>
                  <a:pt x="3504152" y="2916216"/>
                </a:cubicBezTo>
                <a:cubicBezTo>
                  <a:pt x="3527969" y="3100122"/>
                  <a:pt x="3508166" y="3206862"/>
                  <a:pt x="3504152" y="3390949"/>
                </a:cubicBezTo>
                <a:cubicBezTo>
                  <a:pt x="3500138" y="3575036"/>
                  <a:pt x="3496587" y="3799015"/>
                  <a:pt x="3504152" y="4069139"/>
                </a:cubicBezTo>
                <a:cubicBezTo>
                  <a:pt x="3511718" y="4339263"/>
                  <a:pt x="3505715" y="4617149"/>
                  <a:pt x="3504152" y="4849058"/>
                </a:cubicBezTo>
                <a:cubicBezTo>
                  <a:pt x="3502589" y="5080967"/>
                  <a:pt x="3526918" y="5393376"/>
                  <a:pt x="3504152" y="5730704"/>
                </a:cubicBezTo>
                <a:cubicBezTo>
                  <a:pt x="3481386" y="6068032"/>
                  <a:pt x="3505123" y="6324095"/>
                  <a:pt x="3504152" y="6510623"/>
                </a:cubicBezTo>
                <a:cubicBezTo>
                  <a:pt x="3503181" y="6697151"/>
                  <a:pt x="3525167" y="6968239"/>
                  <a:pt x="3504152" y="7392270"/>
                </a:cubicBezTo>
                <a:cubicBezTo>
                  <a:pt x="3483137" y="7816301"/>
                  <a:pt x="3535554" y="7953809"/>
                  <a:pt x="3504152" y="8172188"/>
                </a:cubicBezTo>
                <a:cubicBezTo>
                  <a:pt x="3472750" y="8390567"/>
                  <a:pt x="3508935" y="8486539"/>
                  <a:pt x="3504152" y="8646921"/>
                </a:cubicBezTo>
                <a:cubicBezTo>
                  <a:pt x="3499369" y="8807303"/>
                  <a:pt x="3543121" y="9065977"/>
                  <a:pt x="3504152" y="9426839"/>
                </a:cubicBezTo>
                <a:cubicBezTo>
                  <a:pt x="3465183" y="9787701"/>
                  <a:pt x="3494676" y="9822448"/>
                  <a:pt x="3504152" y="10172848"/>
                </a:cubicBezTo>
                <a:cubicBezTo>
                  <a:pt x="3285632" y="10194358"/>
                  <a:pt x="3099812" y="10169045"/>
                  <a:pt x="2990210" y="10172848"/>
                </a:cubicBezTo>
                <a:cubicBezTo>
                  <a:pt x="2880608" y="10176651"/>
                  <a:pt x="2628269" y="10161375"/>
                  <a:pt x="2511309" y="10172848"/>
                </a:cubicBezTo>
                <a:cubicBezTo>
                  <a:pt x="2394349" y="10184321"/>
                  <a:pt x="2127946" y="10147268"/>
                  <a:pt x="1962325" y="10172848"/>
                </a:cubicBezTo>
                <a:cubicBezTo>
                  <a:pt x="1796704" y="10198428"/>
                  <a:pt x="1525036" y="10173342"/>
                  <a:pt x="1343258" y="10172848"/>
                </a:cubicBezTo>
                <a:cubicBezTo>
                  <a:pt x="1161480" y="10172354"/>
                  <a:pt x="934795" y="10195565"/>
                  <a:pt x="829316" y="10172848"/>
                </a:cubicBezTo>
                <a:cubicBezTo>
                  <a:pt x="723837" y="10150131"/>
                  <a:pt x="385275" y="10212723"/>
                  <a:pt x="0" y="10172848"/>
                </a:cubicBezTo>
                <a:cubicBezTo>
                  <a:pt x="20540" y="9764429"/>
                  <a:pt x="-25644" y="9523561"/>
                  <a:pt x="0" y="9291201"/>
                </a:cubicBezTo>
                <a:cubicBezTo>
                  <a:pt x="25644" y="9058841"/>
                  <a:pt x="28815" y="8692207"/>
                  <a:pt x="0" y="8409554"/>
                </a:cubicBezTo>
                <a:cubicBezTo>
                  <a:pt x="-28815" y="8126901"/>
                  <a:pt x="-14912" y="8134046"/>
                  <a:pt x="0" y="8036550"/>
                </a:cubicBezTo>
                <a:cubicBezTo>
                  <a:pt x="14912" y="7939054"/>
                  <a:pt x="-733" y="7537007"/>
                  <a:pt x="0" y="7358360"/>
                </a:cubicBezTo>
                <a:cubicBezTo>
                  <a:pt x="733" y="7179713"/>
                  <a:pt x="-12263" y="7030915"/>
                  <a:pt x="0" y="6883627"/>
                </a:cubicBezTo>
                <a:cubicBezTo>
                  <a:pt x="12263" y="6736339"/>
                  <a:pt x="-9120" y="6520532"/>
                  <a:pt x="0" y="6408894"/>
                </a:cubicBezTo>
                <a:cubicBezTo>
                  <a:pt x="9120" y="6297256"/>
                  <a:pt x="9708" y="6037801"/>
                  <a:pt x="0" y="5934161"/>
                </a:cubicBezTo>
                <a:cubicBezTo>
                  <a:pt x="-9708" y="5830521"/>
                  <a:pt x="5336" y="5571333"/>
                  <a:pt x="0" y="5459428"/>
                </a:cubicBezTo>
                <a:cubicBezTo>
                  <a:pt x="-5336" y="5347523"/>
                  <a:pt x="20372" y="5008403"/>
                  <a:pt x="0" y="4882967"/>
                </a:cubicBezTo>
                <a:cubicBezTo>
                  <a:pt x="-20372" y="4757531"/>
                  <a:pt x="2274" y="4583130"/>
                  <a:pt x="0" y="4408234"/>
                </a:cubicBezTo>
                <a:cubicBezTo>
                  <a:pt x="-2274" y="4233338"/>
                  <a:pt x="-12860" y="4000490"/>
                  <a:pt x="0" y="3831773"/>
                </a:cubicBezTo>
                <a:cubicBezTo>
                  <a:pt x="12860" y="3663056"/>
                  <a:pt x="24868" y="3287483"/>
                  <a:pt x="0" y="3051854"/>
                </a:cubicBezTo>
                <a:cubicBezTo>
                  <a:pt x="-24868" y="2816225"/>
                  <a:pt x="-19799" y="2787538"/>
                  <a:pt x="0" y="2577121"/>
                </a:cubicBezTo>
                <a:cubicBezTo>
                  <a:pt x="19799" y="2366704"/>
                  <a:pt x="12989" y="2389478"/>
                  <a:pt x="0" y="2204117"/>
                </a:cubicBezTo>
                <a:cubicBezTo>
                  <a:pt x="-12989" y="2018756"/>
                  <a:pt x="16152" y="1607885"/>
                  <a:pt x="0" y="1322470"/>
                </a:cubicBezTo>
                <a:cubicBezTo>
                  <a:pt x="-16152" y="1037055"/>
                  <a:pt x="-2665" y="1036083"/>
                  <a:pt x="0" y="949466"/>
                </a:cubicBezTo>
                <a:cubicBezTo>
                  <a:pt x="2665" y="862849"/>
                  <a:pt x="1924" y="238958"/>
                  <a:pt x="0" y="0"/>
                </a:cubicBezTo>
                <a:close/>
              </a:path>
              <a:path w="3504152" h="10172848" stroke="0" extrusionOk="0">
                <a:moveTo>
                  <a:pt x="0" y="0"/>
                </a:moveTo>
                <a:cubicBezTo>
                  <a:pt x="120031" y="-11361"/>
                  <a:pt x="315643" y="-8417"/>
                  <a:pt x="548984" y="0"/>
                </a:cubicBezTo>
                <a:cubicBezTo>
                  <a:pt x="782325" y="8417"/>
                  <a:pt x="799085" y="21946"/>
                  <a:pt x="1027885" y="0"/>
                </a:cubicBezTo>
                <a:cubicBezTo>
                  <a:pt x="1256685" y="-21946"/>
                  <a:pt x="1449819" y="-23626"/>
                  <a:pt x="1681993" y="0"/>
                </a:cubicBezTo>
                <a:cubicBezTo>
                  <a:pt x="1914167" y="23626"/>
                  <a:pt x="1982711" y="12074"/>
                  <a:pt x="2230977" y="0"/>
                </a:cubicBezTo>
                <a:cubicBezTo>
                  <a:pt x="2479243" y="-12074"/>
                  <a:pt x="2601853" y="24182"/>
                  <a:pt x="2779961" y="0"/>
                </a:cubicBezTo>
                <a:cubicBezTo>
                  <a:pt x="2958069" y="-24182"/>
                  <a:pt x="3182911" y="-23136"/>
                  <a:pt x="3504152" y="0"/>
                </a:cubicBezTo>
                <a:cubicBezTo>
                  <a:pt x="3496066" y="204905"/>
                  <a:pt x="3498223" y="250580"/>
                  <a:pt x="3504152" y="474733"/>
                </a:cubicBezTo>
                <a:cubicBezTo>
                  <a:pt x="3510081" y="698886"/>
                  <a:pt x="3477660" y="855605"/>
                  <a:pt x="3504152" y="1152923"/>
                </a:cubicBezTo>
                <a:cubicBezTo>
                  <a:pt x="3530645" y="1450241"/>
                  <a:pt x="3497302" y="1393243"/>
                  <a:pt x="3504152" y="1627656"/>
                </a:cubicBezTo>
                <a:cubicBezTo>
                  <a:pt x="3511002" y="1862069"/>
                  <a:pt x="3513089" y="1923466"/>
                  <a:pt x="3504152" y="2102389"/>
                </a:cubicBezTo>
                <a:cubicBezTo>
                  <a:pt x="3495215" y="2281312"/>
                  <a:pt x="3534859" y="2470533"/>
                  <a:pt x="3504152" y="2780578"/>
                </a:cubicBezTo>
                <a:cubicBezTo>
                  <a:pt x="3473445" y="3090623"/>
                  <a:pt x="3483724" y="3189244"/>
                  <a:pt x="3504152" y="3560497"/>
                </a:cubicBezTo>
                <a:cubicBezTo>
                  <a:pt x="3524580" y="3931750"/>
                  <a:pt x="3495284" y="3807501"/>
                  <a:pt x="3504152" y="3933501"/>
                </a:cubicBezTo>
                <a:cubicBezTo>
                  <a:pt x="3513020" y="4059501"/>
                  <a:pt x="3527756" y="4413856"/>
                  <a:pt x="3504152" y="4611691"/>
                </a:cubicBezTo>
                <a:cubicBezTo>
                  <a:pt x="3480549" y="4809526"/>
                  <a:pt x="3504187" y="5083065"/>
                  <a:pt x="3504152" y="5289881"/>
                </a:cubicBezTo>
                <a:cubicBezTo>
                  <a:pt x="3504118" y="5496697"/>
                  <a:pt x="3517074" y="5657577"/>
                  <a:pt x="3504152" y="5968071"/>
                </a:cubicBezTo>
                <a:cubicBezTo>
                  <a:pt x="3491231" y="6278565"/>
                  <a:pt x="3506010" y="6407702"/>
                  <a:pt x="3504152" y="6747989"/>
                </a:cubicBezTo>
                <a:cubicBezTo>
                  <a:pt x="3502294" y="7088276"/>
                  <a:pt x="3475458" y="7175684"/>
                  <a:pt x="3504152" y="7527908"/>
                </a:cubicBezTo>
                <a:cubicBezTo>
                  <a:pt x="3532846" y="7880132"/>
                  <a:pt x="3469559" y="8133531"/>
                  <a:pt x="3504152" y="8307826"/>
                </a:cubicBezTo>
                <a:cubicBezTo>
                  <a:pt x="3538745" y="8482121"/>
                  <a:pt x="3492261" y="8539793"/>
                  <a:pt x="3504152" y="8680830"/>
                </a:cubicBezTo>
                <a:cubicBezTo>
                  <a:pt x="3516043" y="8821867"/>
                  <a:pt x="3527353" y="9060244"/>
                  <a:pt x="3504152" y="9155563"/>
                </a:cubicBezTo>
                <a:cubicBezTo>
                  <a:pt x="3480951" y="9250882"/>
                  <a:pt x="3468531" y="9840844"/>
                  <a:pt x="3504152" y="10172848"/>
                </a:cubicBezTo>
                <a:cubicBezTo>
                  <a:pt x="3356424" y="10150537"/>
                  <a:pt x="3192107" y="10180325"/>
                  <a:pt x="2955168" y="10172848"/>
                </a:cubicBezTo>
                <a:cubicBezTo>
                  <a:pt x="2718229" y="10165371"/>
                  <a:pt x="2499016" y="10180173"/>
                  <a:pt x="2371143" y="10172848"/>
                </a:cubicBezTo>
                <a:cubicBezTo>
                  <a:pt x="2243271" y="10165523"/>
                  <a:pt x="1994739" y="10188702"/>
                  <a:pt x="1892242" y="10172848"/>
                </a:cubicBezTo>
                <a:cubicBezTo>
                  <a:pt x="1789745" y="10156994"/>
                  <a:pt x="1589974" y="10196234"/>
                  <a:pt x="1413341" y="10172848"/>
                </a:cubicBezTo>
                <a:cubicBezTo>
                  <a:pt x="1236708" y="10149462"/>
                  <a:pt x="1090897" y="10151861"/>
                  <a:pt x="829316" y="10172848"/>
                </a:cubicBezTo>
                <a:cubicBezTo>
                  <a:pt x="567735" y="10193835"/>
                  <a:pt x="186664" y="10206124"/>
                  <a:pt x="0" y="10172848"/>
                </a:cubicBezTo>
                <a:cubicBezTo>
                  <a:pt x="9422" y="9865726"/>
                  <a:pt x="-33554" y="9780646"/>
                  <a:pt x="0" y="9392930"/>
                </a:cubicBezTo>
                <a:cubicBezTo>
                  <a:pt x="33554" y="9005214"/>
                  <a:pt x="13016" y="9079316"/>
                  <a:pt x="0" y="8816468"/>
                </a:cubicBezTo>
                <a:cubicBezTo>
                  <a:pt x="-13016" y="8553620"/>
                  <a:pt x="-13498" y="8617243"/>
                  <a:pt x="0" y="8443464"/>
                </a:cubicBezTo>
                <a:cubicBezTo>
                  <a:pt x="13498" y="8269685"/>
                  <a:pt x="10780" y="8046864"/>
                  <a:pt x="0" y="7663545"/>
                </a:cubicBezTo>
                <a:cubicBezTo>
                  <a:pt x="-10780" y="7280226"/>
                  <a:pt x="-21872" y="7337010"/>
                  <a:pt x="0" y="7188813"/>
                </a:cubicBezTo>
                <a:cubicBezTo>
                  <a:pt x="21872" y="7040616"/>
                  <a:pt x="-19071" y="6715768"/>
                  <a:pt x="0" y="6408894"/>
                </a:cubicBezTo>
                <a:cubicBezTo>
                  <a:pt x="19071" y="6102020"/>
                  <a:pt x="-9993" y="5842216"/>
                  <a:pt x="0" y="5527247"/>
                </a:cubicBezTo>
                <a:cubicBezTo>
                  <a:pt x="9993" y="5212278"/>
                  <a:pt x="-17223" y="5130873"/>
                  <a:pt x="0" y="4950786"/>
                </a:cubicBezTo>
                <a:cubicBezTo>
                  <a:pt x="17223" y="4770699"/>
                  <a:pt x="-37191" y="4315287"/>
                  <a:pt x="0" y="4069139"/>
                </a:cubicBezTo>
                <a:cubicBezTo>
                  <a:pt x="37191" y="3822991"/>
                  <a:pt x="-21068" y="3707484"/>
                  <a:pt x="0" y="3594406"/>
                </a:cubicBezTo>
                <a:cubicBezTo>
                  <a:pt x="21068" y="3481328"/>
                  <a:pt x="2410" y="3300457"/>
                  <a:pt x="0" y="3221402"/>
                </a:cubicBezTo>
                <a:cubicBezTo>
                  <a:pt x="-2410" y="3142347"/>
                  <a:pt x="8820" y="2925393"/>
                  <a:pt x="0" y="2848397"/>
                </a:cubicBezTo>
                <a:cubicBezTo>
                  <a:pt x="-8820" y="2771402"/>
                  <a:pt x="-5087" y="2338961"/>
                  <a:pt x="0" y="2068479"/>
                </a:cubicBezTo>
                <a:cubicBezTo>
                  <a:pt x="5087" y="1797997"/>
                  <a:pt x="-3431" y="1818641"/>
                  <a:pt x="0" y="1695475"/>
                </a:cubicBezTo>
                <a:cubicBezTo>
                  <a:pt x="3431" y="1572309"/>
                  <a:pt x="14421" y="1313353"/>
                  <a:pt x="0" y="1017285"/>
                </a:cubicBezTo>
                <a:cubicBezTo>
                  <a:pt x="-14421" y="721217"/>
                  <a:pt x="12730" y="204327"/>
                  <a:pt x="0" y="0"/>
                </a:cubicBezTo>
                <a:close/>
              </a:path>
            </a:pathLst>
          </a:custGeom>
          <a:solidFill>
            <a:schemeClr val="accent6">
              <a:lumMod val="60000"/>
              <a:lumOff val="40000"/>
            </a:schemeClr>
          </a:solidFill>
          <a:ln w="25400">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Content Placeholder 2">
            <a:extLst>
              <a:ext uri="{FF2B5EF4-FFF2-40B4-BE49-F238E27FC236}">
                <a16:creationId xmlns:a16="http://schemas.microsoft.com/office/drawing/2014/main" id="{95F0940A-39A4-441F-D669-BE8DC368E2A3}"/>
              </a:ext>
            </a:extLst>
          </p:cNvPr>
          <p:cNvGraphicFramePr>
            <a:graphicFrameLocks noGrp="1"/>
          </p:cNvGraphicFramePr>
          <p:nvPr>
            <p:ph idx="1"/>
            <p:extLst>
              <p:ext uri="{D42A27DB-BD31-4B8C-83A1-F6EECF244321}">
                <p14:modId xmlns:p14="http://schemas.microsoft.com/office/powerpoint/2010/main" val="789200535"/>
              </p:ext>
            </p:extLst>
          </p:nvPr>
        </p:nvGraphicFramePr>
        <p:xfrm>
          <a:off x="3149484" y="1517640"/>
          <a:ext cx="3214687" cy="88974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0771654"/>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D7C0C8-DBFF-3B2E-8F5E-A9B0C9D4D6F0}"/>
              </a:ext>
            </a:extLst>
          </p:cNvPr>
          <p:cNvSpPr>
            <a:spLocks noGrp="1"/>
          </p:cNvSpPr>
          <p:nvPr>
            <p:ph type="title"/>
          </p:nvPr>
        </p:nvSpPr>
        <p:spPr>
          <a:xfrm>
            <a:off x="360045" y="8493758"/>
            <a:ext cx="1923181" cy="2510434"/>
          </a:xfrm>
          <a:solidFill>
            <a:schemeClr val="bg2"/>
          </a:solidFill>
        </p:spPr>
        <p:txBody>
          <a:bodyPr>
            <a:normAutofit/>
          </a:bodyPr>
          <a:lstStyle/>
          <a:p>
            <a:r>
              <a:rPr lang="en-US" sz="5600" b="1">
                <a:ea typeface="+mj-lt"/>
                <a:cs typeface="+mj-lt"/>
              </a:rPr>
              <a:t>Project Idea</a:t>
            </a:r>
            <a:endParaRPr lang="en-US" sz="5600" b="1"/>
          </a:p>
        </p:txBody>
      </p:sp>
      <p:pic>
        <p:nvPicPr>
          <p:cNvPr id="4" name="Picture 3" descr="Why Utility Poles Are Dangerous">
            <a:extLst>
              <a:ext uri="{FF2B5EF4-FFF2-40B4-BE49-F238E27FC236}">
                <a16:creationId xmlns:a16="http://schemas.microsoft.com/office/drawing/2014/main" id="{159FD186-8DB0-2993-9730-DE5DC849E44B}"/>
              </a:ext>
            </a:extLst>
          </p:cNvPr>
          <p:cNvPicPr>
            <a:picLocks noChangeAspect="1"/>
          </p:cNvPicPr>
          <p:nvPr/>
        </p:nvPicPr>
        <p:blipFill rotWithShape="1">
          <a:blip r:embed="rId2"/>
          <a:srcRect l="14961" r="23685" b="-1"/>
          <a:stretch/>
        </p:blipFill>
        <p:spPr>
          <a:xfrm>
            <a:off x="20" y="10"/>
            <a:ext cx="6857980" cy="8103865"/>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14" name="Rectangle 6">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23475" y="9729796"/>
            <a:ext cx="2438400" cy="15431"/>
          </a:xfrm>
          <a:custGeom>
            <a:avLst/>
            <a:gdLst>
              <a:gd name="connsiteX0" fmla="*/ 0 w 2438400"/>
              <a:gd name="connsiteY0" fmla="*/ 0 h 15431"/>
              <a:gd name="connsiteX1" fmla="*/ 585216 w 2438400"/>
              <a:gd name="connsiteY1" fmla="*/ 0 h 15431"/>
              <a:gd name="connsiteX2" fmla="*/ 1194816 w 2438400"/>
              <a:gd name="connsiteY2" fmla="*/ 0 h 15431"/>
              <a:gd name="connsiteX3" fmla="*/ 1804416 w 2438400"/>
              <a:gd name="connsiteY3" fmla="*/ 0 h 15431"/>
              <a:gd name="connsiteX4" fmla="*/ 2438400 w 2438400"/>
              <a:gd name="connsiteY4" fmla="*/ 0 h 15431"/>
              <a:gd name="connsiteX5" fmla="*/ 2438400 w 2438400"/>
              <a:gd name="connsiteY5" fmla="*/ 15431 h 15431"/>
              <a:gd name="connsiteX6" fmla="*/ 1828800 w 2438400"/>
              <a:gd name="connsiteY6" fmla="*/ 15431 h 15431"/>
              <a:gd name="connsiteX7" fmla="*/ 1267968 w 2438400"/>
              <a:gd name="connsiteY7" fmla="*/ 15431 h 15431"/>
              <a:gd name="connsiteX8" fmla="*/ 707136 w 2438400"/>
              <a:gd name="connsiteY8" fmla="*/ 15431 h 15431"/>
              <a:gd name="connsiteX9" fmla="*/ 0 w 2438400"/>
              <a:gd name="connsiteY9" fmla="*/ 15431 h 15431"/>
              <a:gd name="connsiteX10" fmla="*/ 0 w 2438400"/>
              <a:gd name="connsiteY10" fmla="*/ 0 h 15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8400" h="15431" fill="none" extrusionOk="0">
                <a:moveTo>
                  <a:pt x="0" y="0"/>
                </a:moveTo>
                <a:cubicBezTo>
                  <a:pt x="256385" y="-8752"/>
                  <a:pt x="458055" y="-5834"/>
                  <a:pt x="585216" y="0"/>
                </a:cubicBezTo>
                <a:cubicBezTo>
                  <a:pt x="712377" y="5834"/>
                  <a:pt x="984558" y="-27001"/>
                  <a:pt x="1194816" y="0"/>
                </a:cubicBezTo>
                <a:cubicBezTo>
                  <a:pt x="1405074" y="27001"/>
                  <a:pt x="1550967" y="29947"/>
                  <a:pt x="1804416" y="0"/>
                </a:cubicBezTo>
                <a:cubicBezTo>
                  <a:pt x="2057865" y="-29947"/>
                  <a:pt x="2152567" y="21106"/>
                  <a:pt x="2438400" y="0"/>
                </a:cubicBezTo>
                <a:cubicBezTo>
                  <a:pt x="2438392" y="3226"/>
                  <a:pt x="2438704" y="11588"/>
                  <a:pt x="2438400" y="15431"/>
                </a:cubicBezTo>
                <a:cubicBezTo>
                  <a:pt x="2310243" y="2021"/>
                  <a:pt x="2133031" y="10295"/>
                  <a:pt x="1828800" y="15431"/>
                </a:cubicBezTo>
                <a:cubicBezTo>
                  <a:pt x="1524569" y="20567"/>
                  <a:pt x="1544573" y="-10077"/>
                  <a:pt x="1267968" y="15431"/>
                </a:cubicBezTo>
                <a:cubicBezTo>
                  <a:pt x="991363" y="40939"/>
                  <a:pt x="829893" y="32857"/>
                  <a:pt x="707136" y="15431"/>
                </a:cubicBezTo>
                <a:cubicBezTo>
                  <a:pt x="584379" y="-1995"/>
                  <a:pt x="212536" y="18917"/>
                  <a:pt x="0" y="15431"/>
                </a:cubicBezTo>
                <a:cubicBezTo>
                  <a:pt x="357" y="9510"/>
                  <a:pt x="-180" y="3364"/>
                  <a:pt x="0" y="0"/>
                </a:cubicBezTo>
                <a:close/>
              </a:path>
              <a:path w="2438400" h="15431" stroke="0" extrusionOk="0">
                <a:moveTo>
                  <a:pt x="0" y="0"/>
                </a:moveTo>
                <a:cubicBezTo>
                  <a:pt x="119548" y="-906"/>
                  <a:pt x="448641" y="14934"/>
                  <a:pt x="585216" y="0"/>
                </a:cubicBezTo>
                <a:cubicBezTo>
                  <a:pt x="721791" y="-14934"/>
                  <a:pt x="872812" y="-7879"/>
                  <a:pt x="1121664" y="0"/>
                </a:cubicBezTo>
                <a:cubicBezTo>
                  <a:pt x="1370516" y="7879"/>
                  <a:pt x="1452898" y="-12926"/>
                  <a:pt x="1780032" y="0"/>
                </a:cubicBezTo>
                <a:cubicBezTo>
                  <a:pt x="2107166" y="12926"/>
                  <a:pt x="2279362" y="-8667"/>
                  <a:pt x="2438400" y="0"/>
                </a:cubicBezTo>
                <a:cubicBezTo>
                  <a:pt x="2437791" y="5881"/>
                  <a:pt x="2438952" y="11082"/>
                  <a:pt x="2438400" y="15431"/>
                </a:cubicBezTo>
                <a:cubicBezTo>
                  <a:pt x="2256281" y="30750"/>
                  <a:pt x="1998648" y="10771"/>
                  <a:pt x="1877568" y="15431"/>
                </a:cubicBezTo>
                <a:cubicBezTo>
                  <a:pt x="1756488" y="20091"/>
                  <a:pt x="1502304" y="16406"/>
                  <a:pt x="1316736" y="15431"/>
                </a:cubicBezTo>
                <a:cubicBezTo>
                  <a:pt x="1131168" y="14456"/>
                  <a:pt x="896854" y="24303"/>
                  <a:pt x="658368" y="15431"/>
                </a:cubicBezTo>
                <a:cubicBezTo>
                  <a:pt x="419882" y="6559"/>
                  <a:pt x="131832" y="41004"/>
                  <a:pt x="0" y="15431"/>
                </a:cubicBezTo>
                <a:cubicBezTo>
                  <a:pt x="610" y="9343"/>
                  <a:pt x="-360" y="6145"/>
                  <a:pt x="0" y="0"/>
                </a:cubicBezTo>
                <a:close/>
              </a:path>
            </a:pathLst>
          </a:custGeom>
          <a:solidFill>
            <a:schemeClr val="bg2"/>
          </a:solidFill>
          <a:ln w="38100" cap="rnd">
            <a:solidFill>
              <a:srgbClr val="B58B49"/>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56C7AA2-29FE-4E80-0591-669D7D1539C8}"/>
              </a:ext>
            </a:extLst>
          </p:cNvPr>
          <p:cNvSpPr>
            <a:spLocks noGrp="1"/>
          </p:cNvSpPr>
          <p:nvPr>
            <p:ph idx="1"/>
          </p:nvPr>
        </p:nvSpPr>
        <p:spPr>
          <a:xfrm>
            <a:off x="2618040" y="8493758"/>
            <a:ext cx="3879915" cy="2487507"/>
          </a:xfrm>
          <a:solidFill>
            <a:schemeClr val="bg2"/>
          </a:solidFill>
        </p:spPr>
        <p:txBody>
          <a:bodyPr vert="horz" lIns="91440" tIns="45720" rIns="91440" bIns="45720" rtlCol="0" anchor="ctr">
            <a:normAutofit lnSpcReduction="10000"/>
          </a:bodyPr>
          <a:lstStyle/>
          <a:p>
            <a:pPr marL="0" indent="0">
              <a:buNone/>
            </a:pPr>
            <a:r>
              <a:rPr lang="en-US" sz="2100" b="1">
                <a:ea typeface="+mn-lt"/>
                <a:cs typeface="+mn-lt"/>
              </a:rPr>
              <a:t>Description: A broken/cut wire can cause multiple problems to life. If cut during a storm and falls in a puddle of water, any living thing that comes in contact with it, its life is in danger. Every Year more than 14000 people, and many animals and birds are dying due to this in the world. Whenever any animal, birds, humans touches the Phase and Neutral wires they get electrocuted </a:t>
            </a:r>
          </a:p>
        </p:txBody>
      </p:sp>
    </p:spTree>
    <p:extLst>
      <p:ext uri="{BB962C8B-B14F-4D97-AF65-F5344CB8AC3E}">
        <p14:creationId xmlns:p14="http://schemas.microsoft.com/office/powerpoint/2010/main" val="2097861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1B7AA7F-FFB9-08EB-9AE2-55B529098EFB}"/>
              </a:ext>
            </a:extLst>
          </p:cNvPr>
          <p:cNvPicPr>
            <a:picLocks noChangeAspect="1"/>
          </p:cNvPicPr>
          <p:nvPr/>
        </p:nvPicPr>
        <p:blipFill rotWithShape="1">
          <a:blip r:embed="rId2">
            <a:alphaModFix amt="40000"/>
          </a:blip>
          <a:srcRect l="22297" r="40156"/>
          <a:stretch/>
        </p:blipFill>
        <p:spPr>
          <a:xfrm>
            <a:off x="20" y="10"/>
            <a:ext cx="6857979" cy="12191990"/>
          </a:xfrm>
          <a:prstGeom prst="rect">
            <a:avLst/>
          </a:prstGeom>
        </p:spPr>
      </p:pic>
      <p:sp>
        <p:nvSpPr>
          <p:cNvPr id="2" name="Title 1">
            <a:extLst>
              <a:ext uri="{FF2B5EF4-FFF2-40B4-BE49-F238E27FC236}">
                <a16:creationId xmlns:a16="http://schemas.microsoft.com/office/drawing/2014/main" id="{3D38BAE3-3E7D-C52F-53A6-FDEAA69B930A}"/>
              </a:ext>
            </a:extLst>
          </p:cNvPr>
          <p:cNvSpPr>
            <a:spLocks noGrp="1"/>
          </p:cNvSpPr>
          <p:nvPr>
            <p:ph type="title"/>
          </p:nvPr>
        </p:nvSpPr>
        <p:spPr>
          <a:xfrm>
            <a:off x="471487" y="1196798"/>
            <a:ext cx="5915025" cy="2356556"/>
          </a:xfrm>
        </p:spPr>
        <p:txBody>
          <a:bodyPr>
            <a:normAutofit/>
          </a:bodyPr>
          <a:lstStyle/>
          <a:p>
            <a:pPr>
              <a:lnSpc>
                <a:spcPct val="90000"/>
              </a:lnSpc>
            </a:pPr>
            <a:r>
              <a:rPr lang="en-US" sz="7800" b="1">
                <a:ea typeface="+mj-lt"/>
                <a:cs typeface="+mj-lt"/>
              </a:rPr>
              <a:t>Our Solution: guardian WIRE</a:t>
            </a:r>
            <a:endParaRPr lang="en-US" sz="7800" b="1"/>
          </a:p>
          <a:p>
            <a:pPr>
              <a:lnSpc>
                <a:spcPct val="90000"/>
              </a:lnSpc>
            </a:pPr>
            <a:endParaRPr lang="en-US" sz="7800" b="1"/>
          </a:p>
        </p:txBody>
      </p:sp>
      <p:sp>
        <p:nvSpPr>
          <p:cNvPr id="14" name="Rectangle 6">
            <a:extLst>
              <a:ext uri="{FF2B5EF4-FFF2-40B4-BE49-F238E27FC236}">
                <a16:creationId xmlns:a16="http://schemas.microsoft.com/office/drawing/2014/main" id="{1CA8A97F-67F0-4D5F-A850-0C30727D1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0637" y="3203896"/>
            <a:ext cx="6105335" cy="32512"/>
          </a:xfrm>
          <a:custGeom>
            <a:avLst/>
            <a:gdLst>
              <a:gd name="connsiteX0" fmla="*/ 0 w 6105335"/>
              <a:gd name="connsiteY0" fmla="*/ 0 h 32512"/>
              <a:gd name="connsiteX1" fmla="*/ 556264 w 6105335"/>
              <a:gd name="connsiteY1" fmla="*/ 0 h 32512"/>
              <a:gd name="connsiteX2" fmla="*/ 1173581 w 6105335"/>
              <a:gd name="connsiteY2" fmla="*/ 0 h 32512"/>
              <a:gd name="connsiteX3" fmla="*/ 1729845 w 6105335"/>
              <a:gd name="connsiteY3" fmla="*/ 0 h 32512"/>
              <a:gd name="connsiteX4" fmla="*/ 2469269 w 6105335"/>
              <a:gd name="connsiteY4" fmla="*/ 0 h 32512"/>
              <a:gd name="connsiteX5" fmla="*/ 3147639 w 6105335"/>
              <a:gd name="connsiteY5" fmla="*/ 0 h 32512"/>
              <a:gd name="connsiteX6" fmla="*/ 3826010 w 6105335"/>
              <a:gd name="connsiteY6" fmla="*/ 0 h 32512"/>
              <a:gd name="connsiteX7" fmla="*/ 4626487 w 6105335"/>
              <a:gd name="connsiteY7" fmla="*/ 0 h 32512"/>
              <a:gd name="connsiteX8" fmla="*/ 5365911 w 6105335"/>
              <a:gd name="connsiteY8" fmla="*/ 0 h 32512"/>
              <a:gd name="connsiteX9" fmla="*/ 6105335 w 6105335"/>
              <a:gd name="connsiteY9" fmla="*/ 0 h 32512"/>
              <a:gd name="connsiteX10" fmla="*/ 6105335 w 6105335"/>
              <a:gd name="connsiteY10" fmla="*/ 32512 h 32512"/>
              <a:gd name="connsiteX11" fmla="*/ 5610124 w 6105335"/>
              <a:gd name="connsiteY11" fmla="*/ 32512 h 32512"/>
              <a:gd name="connsiteX12" fmla="*/ 5053861 w 6105335"/>
              <a:gd name="connsiteY12" fmla="*/ 32512 h 32512"/>
              <a:gd name="connsiteX13" fmla="*/ 4314437 w 6105335"/>
              <a:gd name="connsiteY13" fmla="*/ 32512 h 32512"/>
              <a:gd name="connsiteX14" fmla="*/ 3513959 w 6105335"/>
              <a:gd name="connsiteY14" fmla="*/ 32512 h 32512"/>
              <a:gd name="connsiteX15" fmla="*/ 2896642 w 6105335"/>
              <a:gd name="connsiteY15" fmla="*/ 32512 h 32512"/>
              <a:gd name="connsiteX16" fmla="*/ 2096165 w 6105335"/>
              <a:gd name="connsiteY16" fmla="*/ 32512 h 32512"/>
              <a:gd name="connsiteX17" fmla="*/ 1539901 w 6105335"/>
              <a:gd name="connsiteY17" fmla="*/ 32512 h 32512"/>
              <a:gd name="connsiteX18" fmla="*/ 1044691 w 6105335"/>
              <a:gd name="connsiteY18" fmla="*/ 32512 h 32512"/>
              <a:gd name="connsiteX19" fmla="*/ 0 w 6105335"/>
              <a:gd name="connsiteY19" fmla="*/ 32512 h 32512"/>
              <a:gd name="connsiteX20" fmla="*/ 0 w 6105335"/>
              <a:gd name="connsiteY20" fmla="*/ 0 h 3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05335" h="32512" fill="none" extrusionOk="0">
                <a:moveTo>
                  <a:pt x="0" y="0"/>
                </a:moveTo>
                <a:cubicBezTo>
                  <a:pt x="249491" y="-20019"/>
                  <a:pt x="418696" y="26039"/>
                  <a:pt x="556264" y="0"/>
                </a:cubicBezTo>
                <a:cubicBezTo>
                  <a:pt x="693832" y="-26039"/>
                  <a:pt x="974318" y="-6517"/>
                  <a:pt x="1173581" y="0"/>
                </a:cubicBezTo>
                <a:cubicBezTo>
                  <a:pt x="1372844" y="6517"/>
                  <a:pt x="1456917" y="-20440"/>
                  <a:pt x="1729845" y="0"/>
                </a:cubicBezTo>
                <a:cubicBezTo>
                  <a:pt x="2002773" y="20440"/>
                  <a:pt x="2152742" y="21482"/>
                  <a:pt x="2469269" y="0"/>
                </a:cubicBezTo>
                <a:cubicBezTo>
                  <a:pt x="2785796" y="-21482"/>
                  <a:pt x="2829942" y="-3836"/>
                  <a:pt x="3147639" y="0"/>
                </a:cubicBezTo>
                <a:cubicBezTo>
                  <a:pt x="3465336" y="3836"/>
                  <a:pt x="3647103" y="-7799"/>
                  <a:pt x="3826010" y="0"/>
                </a:cubicBezTo>
                <a:cubicBezTo>
                  <a:pt x="4004917" y="7799"/>
                  <a:pt x="4433077" y="-5764"/>
                  <a:pt x="4626487" y="0"/>
                </a:cubicBezTo>
                <a:cubicBezTo>
                  <a:pt x="4819897" y="5764"/>
                  <a:pt x="5054399" y="-27561"/>
                  <a:pt x="5365911" y="0"/>
                </a:cubicBezTo>
                <a:cubicBezTo>
                  <a:pt x="5677423" y="27561"/>
                  <a:pt x="5955655" y="-28025"/>
                  <a:pt x="6105335" y="0"/>
                </a:cubicBezTo>
                <a:cubicBezTo>
                  <a:pt x="6104596" y="13360"/>
                  <a:pt x="6104095" y="16545"/>
                  <a:pt x="6105335" y="32512"/>
                </a:cubicBezTo>
                <a:cubicBezTo>
                  <a:pt x="5988571" y="12540"/>
                  <a:pt x="5734162" y="50789"/>
                  <a:pt x="5610124" y="32512"/>
                </a:cubicBezTo>
                <a:cubicBezTo>
                  <a:pt x="5486086" y="14235"/>
                  <a:pt x="5299181" y="6252"/>
                  <a:pt x="5053861" y="32512"/>
                </a:cubicBezTo>
                <a:cubicBezTo>
                  <a:pt x="4808541" y="58772"/>
                  <a:pt x="4507760" y="45915"/>
                  <a:pt x="4314437" y="32512"/>
                </a:cubicBezTo>
                <a:cubicBezTo>
                  <a:pt x="4121114" y="19109"/>
                  <a:pt x="3779278" y="-89"/>
                  <a:pt x="3513959" y="32512"/>
                </a:cubicBezTo>
                <a:cubicBezTo>
                  <a:pt x="3248640" y="65113"/>
                  <a:pt x="3120088" y="29065"/>
                  <a:pt x="2896642" y="32512"/>
                </a:cubicBezTo>
                <a:cubicBezTo>
                  <a:pt x="2673196" y="35959"/>
                  <a:pt x="2429762" y="49794"/>
                  <a:pt x="2096165" y="32512"/>
                </a:cubicBezTo>
                <a:cubicBezTo>
                  <a:pt x="1762568" y="15230"/>
                  <a:pt x="1703409" y="49823"/>
                  <a:pt x="1539901" y="32512"/>
                </a:cubicBezTo>
                <a:cubicBezTo>
                  <a:pt x="1376393" y="15201"/>
                  <a:pt x="1247933" y="10797"/>
                  <a:pt x="1044691" y="32512"/>
                </a:cubicBezTo>
                <a:cubicBezTo>
                  <a:pt x="841449" y="54228"/>
                  <a:pt x="518708" y="17980"/>
                  <a:pt x="0" y="32512"/>
                </a:cubicBezTo>
                <a:cubicBezTo>
                  <a:pt x="327" y="20067"/>
                  <a:pt x="-208" y="6753"/>
                  <a:pt x="0" y="0"/>
                </a:cubicBezTo>
                <a:close/>
              </a:path>
              <a:path w="6105335" h="32512" stroke="0" extrusionOk="0">
                <a:moveTo>
                  <a:pt x="0" y="0"/>
                </a:moveTo>
                <a:cubicBezTo>
                  <a:pt x="205983" y="-6284"/>
                  <a:pt x="411149" y="-28531"/>
                  <a:pt x="617317" y="0"/>
                </a:cubicBezTo>
                <a:cubicBezTo>
                  <a:pt x="823485" y="28531"/>
                  <a:pt x="910622" y="-6423"/>
                  <a:pt x="1112528" y="0"/>
                </a:cubicBezTo>
                <a:cubicBezTo>
                  <a:pt x="1314434" y="6423"/>
                  <a:pt x="1549673" y="17392"/>
                  <a:pt x="1913005" y="0"/>
                </a:cubicBezTo>
                <a:cubicBezTo>
                  <a:pt x="2276337" y="-17392"/>
                  <a:pt x="2264497" y="-20637"/>
                  <a:pt x="2530322" y="0"/>
                </a:cubicBezTo>
                <a:cubicBezTo>
                  <a:pt x="2796147" y="20637"/>
                  <a:pt x="2860009" y="-17486"/>
                  <a:pt x="3147639" y="0"/>
                </a:cubicBezTo>
                <a:cubicBezTo>
                  <a:pt x="3435269" y="17486"/>
                  <a:pt x="3757268" y="7025"/>
                  <a:pt x="3948117" y="0"/>
                </a:cubicBezTo>
                <a:cubicBezTo>
                  <a:pt x="4138966" y="-7025"/>
                  <a:pt x="4271322" y="-17785"/>
                  <a:pt x="4504380" y="0"/>
                </a:cubicBezTo>
                <a:cubicBezTo>
                  <a:pt x="4737438" y="17785"/>
                  <a:pt x="5095979" y="15980"/>
                  <a:pt x="5304858" y="0"/>
                </a:cubicBezTo>
                <a:cubicBezTo>
                  <a:pt x="5513737" y="-15980"/>
                  <a:pt x="5741262" y="-12405"/>
                  <a:pt x="6105335" y="0"/>
                </a:cubicBezTo>
                <a:cubicBezTo>
                  <a:pt x="6103744" y="15731"/>
                  <a:pt x="6105878" y="20491"/>
                  <a:pt x="6105335" y="32512"/>
                </a:cubicBezTo>
                <a:cubicBezTo>
                  <a:pt x="5920665" y="5500"/>
                  <a:pt x="5610754" y="6772"/>
                  <a:pt x="5426964" y="32512"/>
                </a:cubicBezTo>
                <a:cubicBezTo>
                  <a:pt x="5243174" y="58252"/>
                  <a:pt x="4999393" y="17402"/>
                  <a:pt x="4809647" y="32512"/>
                </a:cubicBezTo>
                <a:cubicBezTo>
                  <a:pt x="4619901" y="47622"/>
                  <a:pt x="4318112" y="30814"/>
                  <a:pt x="4009170" y="32512"/>
                </a:cubicBezTo>
                <a:cubicBezTo>
                  <a:pt x="3700228" y="34210"/>
                  <a:pt x="3457865" y="-6142"/>
                  <a:pt x="3208693" y="32512"/>
                </a:cubicBezTo>
                <a:cubicBezTo>
                  <a:pt x="2959521" y="71166"/>
                  <a:pt x="2796412" y="23691"/>
                  <a:pt x="2652429" y="32512"/>
                </a:cubicBezTo>
                <a:cubicBezTo>
                  <a:pt x="2508446" y="41333"/>
                  <a:pt x="2254505" y="14398"/>
                  <a:pt x="1974058" y="32512"/>
                </a:cubicBezTo>
                <a:cubicBezTo>
                  <a:pt x="1693611" y="50626"/>
                  <a:pt x="1473506" y="37328"/>
                  <a:pt x="1173581" y="32512"/>
                </a:cubicBezTo>
                <a:cubicBezTo>
                  <a:pt x="873656" y="27696"/>
                  <a:pt x="475577" y="40667"/>
                  <a:pt x="0" y="32512"/>
                </a:cubicBezTo>
                <a:cubicBezTo>
                  <a:pt x="233" y="17345"/>
                  <a:pt x="1531" y="11946"/>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B26E08A-425F-FA50-8413-418FEEFCEC79}"/>
              </a:ext>
            </a:extLst>
          </p:cNvPr>
          <p:cNvSpPr>
            <a:spLocks noGrp="1"/>
          </p:cNvSpPr>
          <p:nvPr>
            <p:ph idx="1"/>
          </p:nvPr>
        </p:nvSpPr>
        <p:spPr>
          <a:xfrm>
            <a:off x="471487" y="3563459"/>
            <a:ext cx="5915025" cy="7425595"/>
          </a:xfrm>
        </p:spPr>
        <p:txBody>
          <a:bodyPr vert="horz" lIns="91440" tIns="45720" rIns="91440" bIns="45720" rtlCol="0" anchor="t">
            <a:noAutofit/>
          </a:bodyPr>
          <a:lstStyle/>
          <a:p>
            <a:pPr>
              <a:buNone/>
            </a:pPr>
            <a:r>
              <a:rPr lang="en-US" sz="2000" b="1">
                <a:ea typeface="+mn-lt"/>
                <a:cs typeface="+mn-lt"/>
              </a:rPr>
              <a:t>To implement a system that immediately cuts off electrical supply when the phase and neutral wires come into contact we will make a system which will have all the following features</a:t>
            </a:r>
            <a:endParaRPr lang="en-US" sz="2000" b="1"/>
          </a:p>
          <a:p>
            <a:pPr>
              <a:buNone/>
            </a:pPr>
            <a:r>
              <a:rPr lang="en-US" sz="2000" b="1">
                <a:ea typeface="+mn-lt"/>
                <a:cs typeface="+mn-lt"/>
              </a:rPr>
              <a:t>1. Current Sensing: Install current sensors on both the phase and neutral wires. These sensors detect the flow of current through the wires and provide feedback to the control system.</a:t>
            </a:r>
            <a:endParaRPr lang="en-US" sz="2000" b="1"/>
          </a:p>
          <a:p>
            <a:pPr>
              <a:buNone/>
            </a:pPr>
            <a:r>
              <a:rPr lang="en-US" sz="2000" b="1">
                <a:ea typeface="+mn-lt"/>
                <a:cs typeface="+mn-lt"/>
              </a:rPr>
              <a:t>2. Control System: Use a microcontroller, such as Arduino, ESP32 to monitor the output of the current sensors. The control system continuously checks for any discrepancy between the currents in the phase and neutral wires.</a:t>
            </a:r>
            <a:endParaRPr lang="en-US" sz="2000" b="1"/>
          </a:p>
          <a:p>
            <a:pPr>
              <a:buNone/>
            </a:pPr>
            <a:r>
              <a:rPr lang="en-US" sz="2000" b="1">
                <a:ea typeface="+mn-lt"/>
                <a:cs typeface="+mn-lt"/>
              </a:rPr>
              <a:t>3. Threshold Detection: Set a threshold for the allowable difference in current between the phase and neutral wires. If the difference exceeds this threshold, it indicates a fault, such as contact between the phase and neutral wires.</a:t>
            </a:r>
            <a:endParaRPr lang="en-US" sz="2000" b="1"/>
          </a:p>
          <a:p>
            <a:pPr>
              <a:buNone/>
            </a:pPr>
            <a:r>
              <a:rPr lang="en-US" sz="2000" b="1">
                <a:ea typeface="+mn-lt"/>
                <a:cs typeface="+mn-lt"/>
              </a:rPr>
              <a:t>4. Relay or Circuit Breaker: Connect a relay or circuit breaker to the output of the control system. When a fault is detected, the control system triggers the relay or circuit breaker to open, cutting off electrical supply to the circuit.</a:t>
            </a:r>
            <a:endParaRPr lang="en-US" sz="2000" b="1"/>
          </a:p>
          <a:p>
            <a:pPr>
              <a:buNone/>
            </a:pPr>
            <a:r>
              <a:rPr lang="en-US" sz="2000" b="1">
                <a:ea typeface="+mn-lt"/>
                <a:cs typeface="+mn-lt"/>
              </a:rPr>
              <a:t>5. Response Time: Ensure that the control system can respond quickly to faults to minimize the duration of the electrical supply interruption. This may involve optimizing the control algorithm and using fast-acting relays or circuit breakers.</a:t>
            </a:r>
            <a:endParaRPr lang="en-US" sz="2000" b="1"/>
          </a:p>
          <a:p>
            <a:pPr>
              <a:buNone/>
            </a:pPr>
            <a:r>
              <a:rPr lang="en-US" sz="2000" b="1">
                <a:ea typeface="+mn-lt"/>
                <a:cs typeface="+mn-lt"/>
              </a:rPr>
              <a:t>6. Testing and Calibration: Test the system extensively to ensure its reliability and effectiveness in detecting faults and cutting off electrical supply when necessary. Calibrate the system parameters, such as the current threshold, to achieve optimal performance.</a:t>
            </a:r>
            <a:endParaRPr lang="en-US" sz="2000" b="1"/>
          </a:p>
          <a:p>
            <a:pPr>
              <a:buNone/>
            </a:pPr>
            <a:r>
              <a:rPr lang="en-US" sz="2000" b="1">
                <a:ea typeface="+mn-lt"/>
                <a:cs typeface="+mn-lt"/>
              </a:rPr>
              <a:t>7. Safety Mechanisms: Implement safety mechanisms to prevent unintended interruptions of electrical supply, such as manual reset switches or override controls.</a:t>
            </a:r>
            <a:endParaRPr lang="en-US" sz="2000" b="1"/>
          </a:p>
          <a:p>
            <a:pPr>
              <a:buNone/>
            </a:pPr>
            <a:endParaRPr lang="en-US" sz="2000" b="1"/>
          </a:p>
          <a:p>
            <a:pPr marL="0" indent="0">
              <a:buNone/>
            </a:pPr>
            <a:endParaRPr lang="en-US" sz="2000" b="1"/>
          </a:p>
        </p:txBody>
      </p:sp>
    </p:spTree>
    <p:extLst>
      <p:ext uri="{BB962C8B-B14F-4D97-AF65-F5344CB8AC3E}">
        <p14:creationId xmlns:p14="http://schemas.microsoft.com/office/powerpoint/2010/main" val="1293838557"/>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B37B3B-5BD6-4B6E-37FB-520B5E7E7C62}"/>
              </a:ext>
            </a:extLst>
          </p:cNvPr>
          <p:cNvSpPr>
            <a:spLocks noGrp="1"/>
          </p:cNvSpPr>
          <p:nvPr>
            <p:ph type="title"/>
          </p:nvPr>
        </p:nvSpPr>
        <p:spPr>
          <a:xfrm>
            <a:off x="473202" y="975360"/>
            <a:ext cx="1923491" cy="9656064"/>
          </a:xfrm>
          <a:solidFill>
            <a:schemeClr val="accent6">
              <a:lumMod val="60000"/>
              <a:lumOff val="40000"/>
            </a:schemeClr>
          </a:solidFill>
        </p:spPr>
        <p:txBody>
          <a:bodyPr>
            <a:normAutofit/>
          </a:bodyPr>
          <a:lstStyle/>
          <a:p>
            <a:r>
              <a:rPr lang="en-US" sz="6000" b="1">
                <a:solidFill>
                  <a:srgbClr val="FFFFFF"/>
                </a:solidFill>
                <a:ea typeface="+mj-lt"/>
                <a:cs typeface="+mj-lt"/>
              </a:rPr>
              <a:t>Benefits of our project</a:t>
            </a:r>
            <a:endParaRPr lang="en-US" sz="6000" b="1">
              <a:solidFill>
                <a:srgbClr val="FFFFFF"/>
              </a:solidFill>
            </a:endParaRPr>
          </a:p>
        </p:txBody>
      </p:sp>
      <p:sp>
        <p:nvSpPr>
          <p:cNvPr id="10" name="Rectangle 6">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294144" y="5801812"/>
            <a:ext cx="7965440" cy="15431"/>
          </a:xfrm>
          <a:custGeom>
            <a:avLst/>
            <a:gdLst>
              <a:gd name="connsiteX0" fmla="*/ 0 w 7965440"/>
              <a:gd name="connsiteY0" fmla="*/ 0 h 15431"/>
              <a:gd name="connsiteX1" fmla="*/ 424823 w 7965440"/>
              <a:gd name="connsiteY1" fmla="*/ 0 h 15431"/>
              <a:gd name="connsiteX2" fmla="*/ 1168265 w 7965440"/>
              <a:gd name="connsiteY2" fmla="*/ 0 h 15431"/>
              <a:gd name="connsiteX3" fmla="*/ 1593088 w 7965440"/>
              <a:gd name="connsiteY3" fmla="*/ 0 h 15431"/>
              <a:gd name="connsiteX4" fmla="*/ 2177220 w 7965440"/>
              <a:gd name="connsiteY4" fmla="*/ 0 h 15431"/>
              <a:gd name="connsiteX5" fmla="*/ 3000316 w 7965440"/>
              <a:gd name="connsiteY5" fmla="*/ 0 h 15431"/>
              <a:gd name="connsiteX6" fmla="*/ 3664102 w 7965440"/>
              <a:gd name="connsiteY6" fmla="*/ 0 h 15431"/>
              <a:gd name="connsiteX7" fmla="*/ 4407543 w 7965440"/>
              <a:gd name="connsiteY7" fmla="*/ 0 h 15431"/>
              <a:gd name="connsiteX8" fmla="*/ 4991676 w 7965440"/>
              <a:gd name="connsiteY8" fmla="*/ 0 h 15431"/>
              <a:gd name="connsiteX9" fmla="*/ 5655462 w 7965440"/>
              <a:gd name="connsiteY9" fmla="*/ 0 h 15431"/>
              <a:gd name="connsiteX10" fmla="*/ 6478558 w 7965440"/>
              <a:gd name="connsiteY10" fmla="*/ 0 h 15431"/>
              <a:gd name="connsiteX11" fmla="*/ 6983036 w 7965440"/>
              <a:gd name="connsiteY11" fmla="*/ 0 h 15431"/>
              <a:gd name="connsiteX12" fmla="*/ 7965440 w 7965440"/>
              <a:gd name="connsiteY12" fmla="*/ 0 h 15431"/>
              <a:gd name="connsiteX13" fmla="*/ 7965440 w 7965440"/>
              <a:gd name="connsiteY13" fmla="*/ 15431 h 15431"/>
              <a:gd name="connsiteX14" fmla="*/ 7381308 w 7965440"/>
              <a:gd name="connsiteY14" fmla="*/ 15431 h 15431"/>
              <a:gd name="connsiteX15" fmla="*/ 6956484 w 7965440"/>
              <a:gd name="connsiteY15" fmla="*/ 15431 h 15431"/>
              <a:gd name="connsiteX16" fmla="*/ 6292698 w 7965440"/>
              <a:gd name="connsiteY16" fmla="*/ 15431 h 15431"/>
              <a:gd name="connsiteX17" fmla="*/ 5788220 w 7965440"/>
              <a:gd name="connsiteY17" fmla="*/ 15431 h 15431"/>
              <a:gd name="connsiteX18" fmla="*/ 5124433 w 7965440"/>
              <a:gd name="connsiteY18" fmla="*/ 15431 h 15431"/>
              <a:gd name="connsiteX19" fmla="*/ 4460646 w 7965440"/>
              <a:gd name="connsiteY19" fmla="*/ 15431 h 15431"/>
              <a:gd name="connsiteX20" fmla="*/ 3796860 w 7965440"/>
              <a:gd name="connsiteY20" fmla="*/ 15431 h 15431"/>
              <a:gd name="connsiteX21" fmla="*/ 3133073 w 7965440"/>
              <a:gd name="connsiteY21" fmla="*/ 15431 h 15431"/>
              <a:gd name="connsiteX22" fmla="*/ 2548941 w 7965440"/>
              <a:gd name="connsiteY22" fmla="*/ 15431 h 15431"/>
              <a:gd name="connsiteX23" fmla="*/ 1805500 w 7965440"/>
              <a:gd name="connsiteY23" fmla="*/ 15431 h 15431"/>
              <a:gd name="connsiteX24" fmla="*/ 1141713 w 7965440"/>
              <a:gd name="connsiteY24" fmla="*/ 15431 h 15431"/>
              <a:gd name="connsiteX25" fmla="*/ 0 w 7965440"/>
              <a:gd name="connsiteY25" fmla="*/ 15431 h 15431"/>
              <a:gd name="connsiteX26" fmla="*/ 0 w 7965440"/>
              <a:gd name="connsiteY26" fmla="*/ 0 h 15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965440" h="15431" fill="none" extrusionOk="0">
                <a:moveTo>
                  <a:pt x="0" y="0"/>
                </a:moveTo>
                <a:cubicBezTo>
                  <a:pt x="194654" y="-11589"/>
                  <a:pt x="286362" y="15653"/>
                  <a:pt x="424823" y="0"/>
                </a:cubicBezTo>
                <a:cubicBezTo>
                  <a:pt x="563284" y="-15653"/>
                  <a:pt x="937091" y="33303"/>
                  <a:pt x="1168265" y="0"/>
                </a:cubicBezTo>
                <a:cubicBezTo>
                  <a:pt x="1399439" y="-33303"/>
                  <a:pt x="1394901" y="-9093"/>
                  <a:pt x="1593088" y="0"/>
                </a:cubicBezTo>
                <a:cubicBezTo>
                  <a:pt x="1791275" y="9093"/>
                  <a:pt x="2018879" y="24168"/>
                  <a:pt x="2177220" y="0"/>
                </a:cubicBezTo>
                <a:cubicBezTo>
                  <a:pt x="2335561" y="-24168"/>
                  <a:pt x="2596244" y="-35268"/>
                  <a:pt x="3000316" y="0"/>
                </a:cubicBezTo>
                <a:cubicBezTo>
                  <a:pt x="3404388" y="35268"/>
                  <a:pt x="3457214" y="-23167"/>
                  <a:pt x="3664102" y="0"/>
                </a:cubicBezTo>
                <a:cubicBezTo>
                  <a:pt x="3870990" y="23167"/>
                  <a:pt x="4061966" y="-5108"/>
                  <a:pt x="4407543" y="0"/>
                </a:cubicBezTo>
                <a:cubicBezTo>
                  <a:pt x="4753120" y="5108"/>
                  <a:pt x="4825418" y="-27599"/>
                  <a:pt x="4991676" y="0"/>
                </a:cubicBezTo>
                <a:cubicBezTo>
                  <a:pt x="5157934" y="27599"/>
                  <a:pt x="5437842" y="3961"/>
                  <a:pt x="5655462" y="0"/>
                </a:cubicBezTo>
                <a:cubicBezTo>
                  <a:pt x="5873082" y="-3961"/>
                  <a:pt x="6269320" y="14915"/>
                  <a:pt x="6478558" y="0"/>
                </a:cubicBezTo>
                <a:cubicBezTo>
                  <a:pt x="6687796" y="-14915"/>
                  <a:pt x="6746756" y="-2815"/>
                  <a:pt x="6983036" y="0"/>
                </a:cubicBezTo>
                <a:cubicBezTo>
                  <a:pt x="7219316" y="2815"/>
                  <a:pt x="7704908" y="-20423"/>
                  <a:pt x="7965440" y="0"/>
                </a:cubicBezTo>
                <a:cubicBezTo>
                  <a:pt x="7965440" y="5798"/>
                  <a:pt x="7965002" y="8695"/>
                  <a:pt x="7965440" y="15431"/>
                </a:cubicBezTo>
                <a:cubicBezTo>
                  <a:pt x="7715171" y="32695"/>
                  <a:pt x="7567269" y="-10273"/>
                  <a:pt x="7381308" y="15431"/>
                </a:cubicBezTo>
                <a:cubicBezTo>
                  <a:pt x="7195347" y="41135"/>
                  <a:pt x="7085737" y="17611"/>
                  <a:pt x="6956484" y="15431"/>
                </a:cubicBezTo>
                <a:cubicBezTo>
                  <a:pt x="6827231" y="13251"/>
                  <a:pt x="6512224" y="13959"/>
                  <a:pt x="6292698" y="15431"/>
                </a:cubicBezTo>
                <a:cubicBezTo>
                  <a:pt x="6073172" y="16903"/>
                  <a:pt x="5924307" y="5547"/>
                  <a:pt x="5788220" y="15431"/>
                </a:cubicBezTo>
                <a:cubicBezTo>
                  <a:pt x="5652133" y="25315"/>
                  <a:pt x="5305811" y="47058"/>
                  <a:pt x="5124433" y="15431"/>
                </a:cubicBezTo>
                <a:cubicBezTo>
                  <a:pt x="4943055" y="-16196"/>
                  <a:pt x="4647253" y="2959"/>
                  <a:pt x="4460646" y="15431"/>
                </a:cubicBezTo>
                <a:cubicBezTo>
                  <a:pt x="4274039" y="27903"/>
                  <a:pt x="3930341" y="36922"/>
                  <a:pt x="3796860" y="15431"/>
                </a:cubicBezTo>
                <a:cubicBezTo>
                  <a:pt x="3663379" y="-6060"/>
                  <a:pt x="3357500" y="-11743"/>
                  <a:pt x="3133073" y="15431"/>
                </a:cubicBezTo>
                <a:cubicBezTo>
                  <a:pt x="2908646" y="42605"/>
                  <a:pt x="2743632" y="-2087"/>
                  <a:pt x="2548941" y="15431"/>
                </a:cubicBezTo>
                <a:cubicBezTo>
                  <a:pt x="2354250" y="32949"/>
                  <a:pt x="2097249" y="-1952"/>
                  <a:pt x="1805500" y="15431"/>
                </a:cubicBezTo>
                <a:cubicBezTo>
                  <a:pt x="1513751" y="32814"/>
                  <a:pt x="1408113" y="-15482"/>
                  <a:pt x="1141713" y="15431"/>
                </a:cubicBezTo>
                <a:cubicBezTo>
                  <a:pt x="875313" y="46344"/>
                  <a:pt x="512894" y="66096"/>
                  <a:pt x="0" y="15431"/>
                </a:cubicBezTo>
                <a:cubicBezTo>
                  <a:pt x="611" y="11783"/>
                  <a:pt x="-196" y="6980"/>
                  <a:pt x="0" y="0"/>
                </a:cubicBezTo>
                <a:close/>
              </a:path>
              <a:path w="7965440" h="15431" stroke="0" extrusionOk="0">
                <a:moveTo>
                  <a:pt x="0" y="0"/>
                </a:moveTo>
                <a:cubicBezTo>
                  <a:pt x="152399" y="-7004"/>
                  <a:pt x="466378" y="-10346"/>
                  <a:pt x="584132" y="0"/>
                </a:cubicBezTo>
                <a:cubicBezTo>
                  <a:pt x="701886" y="10346"/>
                  <a:pt x="798544" y="-7247"/>
                  <a:pt x="1008956" y="0"/>
                </a:cubicBezTo>
                <a:cubicBezTo>
                  <a:pt x="1219368" y="7247"/>
                  <a:pt x="1666863" y="-18371"/>
                  <a:pt x="1832051" y="0"/>
                </a:cubicBezTo>
                <a:cubicBezTo>
                  <a:pt x="1997240" y="18371"/>
                  <a:pt x="2236123" y="-29009"/>
                  <a:pt x="2416183" y="0"/>
                </a:cubicBezTo>
                <a:cubicBezTo>
                  <a:pt x="2596243" y="29009"/>
                  <a:pt x="2781804" y="-23635"/>
                  <a:pt x="3000316" y="0"/>
                </a:cubicBezTo>
                <a:cubicBezTo>
                  <a:pt x="3218828" y="23635"/>
                  <a:pt x="3421216" y="12050"/>
                  <a:pt x="3823411" y="0"/>
                </a:cubicBezTo>
                <a:cubicBezTo>
                  <a:pt x="4225607" y="-12050"/>
                  <a:pt x="4201811" y="-11073"/>
                  <a:pt x="4327889" y="0"/>
                </a:cubicBezTo>
                <a:cubicBezTo>
                  <a:pt x="4453967" y="11073"/>
                  <a:pt x="4854762" y="33137"/>
                  <a:pt x="5150985" y="0"/>
                </a:cubicBezTo>
                <a:cubicBezTo>
                  <a:pt x="5447208" y="-33137"/>
                  <a:pt x="5714631" y="17439"/>
                  <a:pt x="5974080" y="0"/>
                </a:cubicBezTo>
                <a:cubicBezTo>
                  <a:pt x="6233529" y="-17439"/>
                  <a:pt x="6435596" y="-21383"/>
                  <a:pt x="6637867" y="0"/>
                </a:cubicBezTo>
                <a:cubicBezTo>
                  <a:pt x="6840138" y="21383"/>
                  <a:pt x="7605797" y="11804"/>
                  <a:pt x="7965440" y="0"/>
                </a:cubicBezTo>
                <a:cubicBezTo>
                  <a:pt x="7965800" y="4657"/>
                  <a:pt x="7964670" y="9281"/>
                  <a:pt x="7965440" y="15431"/>
                </a:cubicBezTo>
                <a:cubicBezTo>
                  <a:pt x="7781622" y="3617"/>
                  <a:pt x="7690494" y="23754"/>
                  <a:pt x="7540617" y="15431"/>
                </a:cubicBezTo>
                <a:cubicBezTo>
                  <a:pt x="7390740" y="7108"/>
                  <a:pt x="7055259" y="-21022"/>
                  <a:pt x="6717521" y="15431"/>
                </a:cubicBezTo>
                <a:cubicBezTo>
                  <a:pt x="6379783" y="51884"/>
                  <a:pt x="6439932" y="15899"/>
                  <a:pt x="6213043" y="15431"/>
                </a:cubicBezTo>
                <a:cubicBezTo>
                  <a:pt x="5986154" y="14963"/>
                  <a:pt x="5821154" y="23687"/>
                  <a:pt x="5549257" y="15431"/>
                </a:cubicBezTo>
                <a:cubicBezTo>
                  <a:pt x="5277360" y="7175"/>
                  <a:pt x="4978945" y="38738"/>
                  <a:pt x="4726161" y="15431"/>
                </a:cubicBezTo>
                <a:cubicBezTo>
                  <a:pt x="4473377" y="-7876"/>
                  <a:pt x="4209360" y="-2849"/>
                  <a:pt x="4062374" y="15431"/>
                </a:cubicBezTo>
                <a:cubicBezTo>
                  <a:pt x="3915388" y="33711"/>
                  <a:pt x="3828074" y="18941"/>
                  <a:pt x="3637551" y="15431"/>
                </a:cubicBezTo>
                <a:cubicBezTo>
                  <a:pt x="3447028" y="11921"/>
                  <a:pt x="3356317" y="24671"/>
                  <a:pt x="3133073" y="15431"/>
                </a:cubicBezTo>
                <a:cubicBezTo>
                  <a:pt x="2909829" y="6191"/>
                  <a:pt x="2626273" y="-8873"/>
                  <a:pt x="2309978" y="15431"/>
                </a:cubicBezTo>
                <a:cubicBezTo>
                  <a:pt x="1993684" y="39735"/>
                  <a:pt x="1779265" y="5335"/>
                  <a:pt x="1646191" y="15431"/>
                </a:cubicBezTo>
                <a:cubicBezTo>
                  <a:pt x="1513117" y="25527"/>
                  <a:pt x="1319653" y="-2940"/>
                  <a:pt x="1141713" y="15431"/>
                </a:cubicBezTo>
                <a:cubicBezTo>
                  <a:pt x="963773" y="33802"/>
                  <a:pt x="237489" y="44602"/>
                  <a:pt x="0" y="15431"/>
                </a:cubicBezTo>
                <a:cubicBezTo>
                  <a:pt x="763" y="10152"/>
                  <a:pt x="-221" y="4555"/>
                  <a:pt x="0" y="0"/>
                </a:cubicBezTo>
                <a:close/>
              </a:path>
            </a:pathLst>
          </a:custGeom>
          <a:solidFill>
            <a:schemeClr val="accent6">
              <a:lumMod val="60000"/>
              <a:lumOff val="40000"/>
            </a:schemeClr>
          </a:solidFill>
          <a:ln w="41275" cap="rnd">
            <a:solidFill>
              <a:schemeClr val="accent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9DA15F7-FF80-FED2-F64B-70BB0C450643}"/>
              </a:ext>
            </a:extLst>
          </p:cNvPr>
          <p:cNvSpPr>
            <a:spLocks noGrp="1"/>
          </p:cNvSpPr>
          <p:nvPr>
            <p:ph idx="1"/>
          </p:nvPr>
        </p:nvSpPr>
        <p:spPr>
          <a:xfrm>
            <a:off x="2980459" y="981495"/>
            <a:ext cx="3404339" cy="9656064"/>
          </a:xfrm>
          <a:solidFill>
            <a:schemeClr val="accent6">
              <a:lumMod val="60000"/>
              <a:lumOff val="40000"/>
            </a:schemeClr>
          </a:solidFill>
        </p:spPr>
        <p:txBody>
          <a:bodyPr vert="horz" lIns="91440" tIns="45720" rIns="91440" bIns="45720" rtlCol="0" anchor="ctr">
            <a:normAutofit/>
          </a:bodyPr>
          <a:lstStyle/>
          <a:p>
            <a:r>
              <a:rPr lang="en-US" sz="2800" b="1">
                <a:solidFill>
                  <a:srgbClr val="FFFFFF"/>
                </a:solidFill>
                <a:ea typeface="+mn-lt"/>
                <a:cs typeface="+mn-lt"/>
              </a:rPr>
              <a:t>Our project ensures thousands of human lives are saved, especially the ones in rural areas. It also saves animal lives.</a:t>
            </a:r>
          </a:p>
          <a:p>
            <a:r>
              <a:rPr lang="en-US" sz="2800" b="1">
                <a:solidFill>
                  <a:srgbClr val="FFFFFF"/>
                </a:solidFill>
                <a:ea typeface="+mn-lt"/>
                <a:cs typeface="+mn-lt"/>
              </a:rPr>
              <a:t>The project also helps save electricity and ensures </a:t>
            </a:r>
            <a:r>
              <a:rPr lang="en-US" sz="2800" b="1" err="1">
                <a:solidFill>
                  <a:srgbClr val="FFFFFF"/>
                </a:solidFill>
                <a:ea typeface="+mn-lt"/>
                <a:cs typeface="+mn-lt"/>
              </a:rPr>
              <a:t>its</a:t>
            </a:r>
            <a:r>
              <a:rPr lang="en-US" sz="2800" b="1">
                <a:solidFill>
                  <a:srgbClr val="FFFFFF"/>
                </a:solidFill>
                <a:ea typeface="+mn-lt"/>
                <a:cs typeface="+mn-lt"/>
              </a:rPr>
              <a:t> not wasted.</a:t>
            </a:r>
          </a:p>
          <a:p>
            <a:r>
              <a:rPr lang="en-US" sz="2800" b="1">
                <a:solidFill>
                  <a:srgbClr val="FFFFFF"/>
                </a:solidFill>
                <a:ea typeface="+mn-lt"/>
                <a:cs typeface="+mn-lt"/>
              </a:rPr>
              <a:t>It also helps with efficiency where it sends notification to the authorities about the broken wires which is far more efficient than people calling the authorities about the wire after the storm or disaster has taken place. It gives the authorities the number of places that are affected too</a:t>
            </a:r>
          </a:p>
        </p:txBody>
      </p:sp>
    </p:spTree>
    <p:extLst>
      <p:ext uri="{BB962C8B-B14F-4D97-AF65-F5344CB8AC3E}">
        <p14:creationId xmlns:p14="http://schemas.microsoft.com/office/powerpoint/2010/main" val="73963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8000" cy="4173180"/>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6">
              <a:lumMod val="60000"/>
              <a:lumOff val="40000"/>
            </a:schemeClr>
          </a:solidFill>
          <a:ln w="8199" cap="flat">
            <a:noFill/>
            <a:prstDash val="solid"/>
            <a:miter/>
          </a:ln>
        </p:spPr>
        <p:txBody>
          <a:bodyPr rtlCol="0" anchor="ctr"/>
          <a:lstStyle/>
          <a:p>
            <a:endParaRPr lang="en-US"/>
          </a:p>
        </p:txBody>
      </p:sp>
      <p:pic>
        <p:nvPicPr>
          <p:cNvPr id="4" name="Picture 3" descr="ACS712 5A Current Sensor Module - techiesms">
            <a:extLst>
              <a:ext uri="{FF2B5EF4-FFF2-40B4-BE49-F238E27FC236}">
                <a16:creationId xmlns:a16="http://schemas.microsoft.com/office/drawing/2014/main" id="{3FA6F7BF-C33A-0EF1-8245-AFE9B626D2D8}"/>
              </a:ext>
            </a:extLst>
          </p:cNvPr>
          <p:cNvPicPr>
            <a:picLocks noChangeAspect="1"/>
          </p:cNvPicPr>
          <p:nvPr/>
        </p:nvPicPr>
        <p:blipFill>
          <a:blip r:embed="rId2"/>
          <a:stretch>
            <a:fillRect/>
          </a:stretch>
        </p:blipFill>
        <p:spPr>
          <a:xfrm>
            <a:off x="4581525" y="4819650"/>
            <a:ext cx="1766889" cy="1647827"/>
          </a:xfrm>
          <a:prstGeom prst="rect">
            <a:avLst/>
          </a:prstGeom>
        </p:spPr>
      </p:pic>
      <p:sp useBgFill="1">
        <p:nvSpPr>
          <p:cNvPr id="15" name="Rectangle 14">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eveloper Boards - ESP32 Camera, 2MP, 25°.">
            <a:extLst>
              <a:ext uri="{FF2B5EF4-FFF2-40B4-BE49-F238E27FC236}">
                <a16:creationId xmlns:a16="http://schemas.microsoft.com/office/drawing/2014/main" id="{94C5F8BC-DF9E-F22A-2688-428BFAB117EB}"/>
              </a:ext>
            </a:extLst>
          </p:cNvPr>
          <p:cNvPicPr>
            <a:picLocks noChangeAspect="1"/>
          </p:cNvPicPr>
          <p:nvPr/>
        </p:nvPicPr>
        <p:blipFill>
          <a:blip r:embed="rId3"/>
          <a:stretch>
            <a:fillRect/>
          </a:stretch>
        </p:blipFill>
        <p:spPr>
          <a:xfrm>
            <a:off x="4585591" y="8186904"/>
            <a:ext cx="2144983" cy="1303787"/>
          </a:xfrm>
          <a:prstGeom prst="rect">
            <a:avLst/>
          </a:prstGeom>
        </p:spPr>
      </p:pic>
      <p:pic>
        <p:nvPicPr>
          <p:cNvPr id="9" name="Picture 8" descr="esp32 development board">
            <a:extLst>
              <a:ext uri="{FF2B5EF4-FFF2-40B4-BE49-F238E27FC236}">
                <a16:creationId xmlns:a16="http://schemas.microsoft.com/office/drawing/2014/main" id="{34E5A2FB-474D-CD3A-A394-763CE4BC20CD}"/>
              </a:ext>
            </a:extLst>
          </p:cNvPr>
          <p:cNvPicPr>
            <a:picLocks noChangeAspect="1"/>
          </p:cNvPicPr>
          <p:nvPr/>
        </p:nvPicPr>
        <p:blipFill>
          <a:blip r:embed="rId4"/>
          <a:stretch>
            <a:fillRect/>
          </a:stretch>
        </p:blipFill>
        <p:spPr>
          <a:xfrm>
            <a:off x="4584430" y="6096232"/>
            <a:ext cx="2087485" cy="2370912"/>
          </a:xfrm>
          <a:prstGeom prst="rect">
            <a:avLst/>
          </a:prstGeom>
        </p:spPr>
      </p:pic>
      <p:pic>
        <p:nvPicPr>
          <p:cNvPr id="6" name="Picture 5" descr="1 Channel 5V Relay Module with Optocoupler - techiesms">
            <a:extLst>
              <a:ext uri="{FF2B5EF4-FFF2-40B4-BE49-F238E27FC236}">
                <a16:creationId xmlns:a16="http://schemas.microsoft.com/office/drawing/2014/main" id="{915CB3AB-590B-6844-0CD5-89A231736BC6}"/>
              </a:ext>
            </a:extLst>
          </p:cNvPr>
          <p:cNvPicPr>
            <a:picLocks noChangeAspect="1"/>
          </p:cNvPicPr>
          <p:nvPr/>
        </p:nvPicPr>
        <p:blipFill>
          <a:blip r:embed="rId5"/>
          <a:stretch>
            <a:fillRect/>
          </a:stretch>
        </p:blipFill>
        <p:spPr>
          <a:xfrm>
            <a:off x="4650059" y="9491547"/>
            <a:ext cx="2204225" cy="2139176"/>
          </a:xfrm>
          <a:prstGeom prst="rect">
            <a:avLst/>
          </a:prstGeom>
        </p:spPr>
      </p:pic>
      <p:sp>
        <p:nvSpPr>
          <p:cNvPr id="3" name="Content Placeholder 2">
            <a:extLst>
              <a:ext uri="{FF2B5EF4-FFF2-40B4-BE49-F238E27FC236}">
                <a16:creationId xmlns:a16="http://schemas.microsoft.com/office/drawing/2014/main" id="{C72B4180-542A-4E4F-FEFB-105F701365F4}"/>
              </a:ext>
            </a:extLst>
          </p:cNvPr>
          <p:cNvSpPr>
            <a:spLocks noGrp="1"/>
          </p:cNvSpPr>
          <p:nvPr>
            <p:ph idx="1"/>
          </p:nvPr>
        </p:nvSpPr>
        <p:spPr>
          <a:xfrm>
            <a:off x="425024" y="4155591"/>
            <a:ext cx="4151739" cy="7990163"/>
          </a:xfrm>
          <a:solidFill>
            <a:schemeClr val="accent6">
              <a:lumMod val="60000"/>
              <a:lumOff val="40000"/>
            </a:schemeClr>
          </a:solidFill>
        </p:spPr>
        <p:txBody>
          <a:bodyPr vert="horz" lIns="91440" tIns="45720" rIns="91440" bIns="45720" rtlCol="0" anchor="t">
            <a:noAutofit/>
          </a:bodyPr>
          <a:lstStyle/>
          <a:p>
            <a:pPr>
              <a:lnSpc>
                <a:spcPct val="100000"/>
              </a:lnSpc>
              <a:buNone/>
            </a:pPr>
            <a:r>
              <a:rPr lang="en-US" sz="1700" b="1">
                <a:solidFill>
                  <a:schemeClr val="bg1"/>
                </a:solidFill>
                <a:ea typeface="+mn-lt"/>
                <a:cs typeface="+mn-lt"/>
              </a:rPr>
              <a:t>To implement the idea of immediately cutting off electrical supply when the phase and neutral wires come into contact, the solution requires several hardware components. Here's a list of the necessary hardware:</a:t>
            </a:r>
            <a:endParaRPr lang="en-US" sz="1700" b="1">
              <a:solidFill>
                <a:schemeClr val="bg1"/>
              </a:solidFill>
            </a:endParaRPr>
          </a:p>
          <a:p>
            <a:pPr marL="342900" indent="-342900">
              <a:lnSpc>
                <a:spcPct val="100000"/>
              </a:lnSpc>
              <a:buAutoNum type="arabicPeriod"/>
            </a:pPr>
            <a:r>
              <a:rPr lang="en-US" sz="1700" b="1">
                <a:solidFill>
                  <a:schemeClr val="bg1"/>
                </a:solidFill>
                <a:ea typeface="+mn-lt"/>
                <a:cs typeface="+mn-lt"/>
              </a:rPr>
              <a:t>Current Sensors: These sensors detect the flow of current through the phase and neutral wires. They are typically Hall effect sensors or current transformers that provide an analog or digital output proportional to the current passing through them.</a:t>
            </a:r>
          </a:p>
          <a:p>
            <a:pPr marL="342900" indent="-342900">
              <a:lnSpc>
                <a:spcPct val="100000"/>
              </a:lnSpc>
              <a:buAutoNum type="arabicPeriod"/>
            </a:pPr>
            <a:r>
              <a:rPr lang="en-US" sz="1700" b="1">
                <a:solidFill>
                  <a:schemeClr val="bg1"/>
                </a:solidFill>
                <a:ea typeface="+mn-lt"/>
                <a:cs typeface="+mn-lt"/>
              </a:rPr>
              <a:t>Microcontroller: A microcontroller serves as the brain of the system, responsible for processing sensor data, executing control logic, and activating the cutoff mechanism. we are using Arduino boards and ESP32 boards and cameras to send the notification to power houses.</a:t>
            </a:r>
          </a:p>
          <a:p>
            <a:pPr marL="342900" indent="-342900">
              <a:lnSpc>
                <a:spcPct val="100000"/>
              </a:lnSpc>
              <a:buAutoNum type="arabicPeriod"/>
            </a:pPr>
            <a:r>
              <a:rPr lang="en-US" sz="1700" b="1">
                <a:solidFill>
                  <a:schemeClr val="bg1"/>
                </a:solidFill>
                <a:ea typeface="+mn-lt"/>
                <a:cs typeface="+mn-lt"/>
              </a:rPr>
              <a:t>Relay or Circuit Breaker: A relay or circuit breaker is used to physically interrupt the electrical supply when a fault is detected. It is controlled by the microcontroller and opens the circuit to stop the flow of electricity.</a:t>
            </a:r>
          </a:p>
          <a:p>
            <a:pPr marL="342900" indent="-342900">
              <a:lnSpc>
                <a:spcPct val="100000"/>
              </a:lnSpc>
              <a:buAutoNum type="arabicPeriod"/>
            </a:pPr>
            <a:r>
              <a:rPr lang="en-US" sz="1700" b="1">
                <a:solidFill>
                  <a:schemeClr val="bg1"/>
                </a:solidFill>
                <a:ea typeface="+mn-lt"/>
                <a:cs typeface="+mn-lt"/>
              </a:rPr>
              <a:t>Power Supply: A stable power supply is needed to power the microcontroller and other electronic components. This can be a DC power adapter or batteries, depending on the application.</a:t>
            </a:r>
          </a:p>
          <a:p>
            <a:pPr marL="342900" indent="-342900">
              <a:lnSpc>
                <a:spcPct val="100000"/>
              </a:lnSpc>
              <a:buAutoNum type="arabicPeriod"/>
            </a:pPr>
            <a:r>
              <a:rPr lang="en-US" sz="1700" b="1">
                <a:solidFill>
                  <a:schemeClr val="bg1"/>
                </a:solidFill>
                <a:ea typeface="+mn-lt"/>
                <a:cs typeface="+mn-lt"/>
              </a:rPr>
              <a:t>Protection Diodes: Diodes may be used to protect the circuit from voltage spikes or reverse polarity conditions. They prevent damage to sensitive components by limiting the voltage or current in the event of an overvoltage or reverse voltage scenario.</a:t>
            </a:r>
          </a:p>
          <a:p>
            <a:pPr marL="342900" indent="-342900">
              <a:lnSpc>
                <a:spcPct val="100000"/>
              </a:lnSpc>
              <a:buAutoNum type="arabicPeriod"/>
            </a:pPr>
            <a:r>
              <a:rPr lang="en-US" sz="1700" b="1">
                <a:solidFill>
                  <a:schemeClr val="bg1"/>
                </a:solidFill>
                <a:ea typeface="+mn-lt"/>
                <a:cs typeface="+mn-lt"/>
              </a:rPr>
              <a:t>Enclosure: An enclosure is used to house the electronic components and protect them from environmental factors such as dust, moisture, and physical damage. The enclosure should be designed to provide adequate ventilation and access for maintenance.</a:t>
            </a:r>
            <a:endParaRPr lang="en-US" sz="1700" b="1">
              <a:solidFill>
                <a:schemeClr val="bg1"/>
              </a:solidFill>
            </a:endParaRPr>
          </a:p>
        </p:txBody>
      </p:sp>
      <p:sp>
        <p:nvSpPr>
          <p:cNvPr id="2" name="Title 1">
            <a:extLst>
              <a:ext uri="{FF2B5EF4-FFF2-40B4-BE49-F238E27FC236}">
                <a16:creationId xmlns:a16="http://schemas.microsoft.com/office/drawing/2014/main" id="{A1431BFD-07C3-DE14-03F4-207EADD77546}"/>
              </a:ext>
            </a:extLst>
          </p:cNvPr>
          <p:cNvSpPr>
            <a:spLocks noGrp="1"/>
          </p:cNvSpPr>
          <p:nvPr>
            <p:ph type="title"/>
          </p:nvPr>
        </p:nvSpPr>
        <p:spPr>
          <a:xfrm>
            <a:off x="471487" y="713281"/>
            <a:ext cx="5915025" cy="2396560"/>
          </a:xfrm>
          <a:solidFill>
            <a:schemeClr val="accent6">
              <a:lumMod val="60000"/>
              <a:lumOff val="40000"/>
            </a:schemeClr>
          </a:solidFill>
        </p:spPr>
        <p:txBody>
          <a:bodyPr>
            <a:normAutofit/>
          </a:bodyPr>
          <a:lstStyle/>
          <a:p>
            <a:pPr algn="ctr">
              <a:lnSpc>
                <a:spcPct val="90000"/>
              </a:lnSpc>
            </a:pPr>
            <a:r>
              <a:rPr lang="en-US" sz="9600" b="1" dirty="0">
                <a:solidFill>
                  <a:schemeClr val="bg1"/>
                </a:solidFill>
                <a:ea typeface="+mj-lt"/>
                <a:cs typeface="+mj-lt"/>
              </a:rPr>
              <a:t>Our hardware</a:t>
            </a:r>
            <a:endParaRPr lang="en-US" sz="9600" b="1" dirty="0">
              <a:solidFill>
                <a:schemeClr val="bg1"/>
              </a:solidFill>
            </a:endParaRPr>
          </a:p>
        </p:txBody>
      </p:sp>
      <p:sp>
        <p:nvSpPr>
          <p:cNvPr id="11" name="Rectangle 10">
            <a:extLst>
              <a:ext uri="{FF2B5EF4-FFF2-40B4-BE49-F238E27FC236}">
                <a16:creationId xmlns:a16="http://schemas.microsoft.com/office/drawing/2014/main" id="{B8B33735-55BC-A5A3-F331-048539EB8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364671" y="3985310"/>
            <a:ext cx="6131373" cy="32512"/>
          </a:xfrm>
          <a:custGeom>
            <a:avLst/>
            <a:gdLst>
              <a:gd name="connsiteX0" fmla="*/ 0 w 6131373"/>
              <a:gd name="connsiteY0" fmla="*/ 0 h 32512"/>
              <a:gd name="connsiteX1" fmla="*/ 558636 w 6131373"/>
              <a:gd name="connsiteY1" fmla="*/ 0 h 32512"/>
              <a:gd name="connsiteX2" fmla="*/ 1178586 w 6131373"/>
              <a:gd name="connsiteY2" fmla="*/ 0 h 32512"/>
              <a:gd name="connsiteX3" fmla="*/ 1737222 w 6131373"/>
              <a:gd name="connsiteY3" fmla="*/ 0 h 32512"/>
              <a:gd name="connsiteX4" fmla="*/ 2479800 w 6131373"/>
              <a:gd name="connsiteY4" fmla="*/ 0 h 32512"/>
              <a:gd name="connsiteX5" fmla="*/ 3161063 w 6131373"/>
              <a:gd name="connsiteY5" fmla="*/ 0 h 32512"/>
              <a:gd name="connsiteX6" fmla="*/ 3842327 w 6131373"/>
              <a:gd name="connsiteY6" fmla="*/ 0 h 32512"/>
              <a:gd name="connsiteX7" fmla="*/ 4646218 w 6131373"/>
              <a:gd name="connsiteY7" fmla="*/ 0 h 32512"/>
              <a:gd name="connsiteX8" fmla="*/ 5388796 w 6131373"/>
              <a:gd name="connsiteY8" fmla="*/ 0 h 32512"/>
              <a:gd name="connsiteX9" fmla="*/ 6131373 w 6131373"/>
              <a:gd name="connsiteY9" fmla="*/ 0 h 32512"/>
              <a:gd name="connsiteX10" fmla="*/ 6131373 w 6131373"/>
              <a:gd name="connsiteY10" fmla="*/ 32512 h 32512"/>
              <a:gd name="connsiteX11" fmla="*/ 5634051 w 6131373"/>
              <a:gd name="connsiteY11" fmla="*/ 32512 h 32512"/>
              <a:gd name="connsiteX12" fmla="*/ 5075414 w 6131373"/>
              <a:gd name="connsiteY12" fmla="*/ 32512 h 32512"/>
              <a:gd name="connsiteX13" fmla="*/ 4332837 w 6131373"/>
              <a:gd name="connsiteY13" fmla="*/ 32512 h 32512"/>
              <a:gd name="connsiteX14" fmla="*/ 3528946 w 6131373"/>
              <a:gd name="connsiteY14" fmla="*/ 32512 h 32512"/>
              <a:gd name="connsiteX15" fmla="*/ 2908996 w 6131373"/>
              <a:gd name="connsiteY15" fmla="*/ 32512 h 32512"/>
              <a:gd name="connsiteX16" fmla="*/ 2105105 w 6131373"/>
              <a:gd name="connsiteY16" fmla="*/ 32512 h 32512"/>
              <a:gd name="connsiteX17" fmla="*/ 1546469 w 6131373"/>
              <a:gd name="connsiteY17" fmla="*/ 32512 h 32512"/>
              <a:gd name="connsiteX18" fmla="*/ 1049146 w 6131373"/>
              <a:gd name="connsiteY18" fmla="*/ 32512 h 32512"/>
              <a:gd name="connsiteX19" fmla="*/ 0 w 6131373"/>
              <a:gd name="connsiteY19" fmla="*/ 32512 h 32512"/>
              <a:gd name="connsiteX20" fmla="*/ 0 w 6131373"/>
              <a:gd name="connsiteY20" fmla="*/ 0 h 3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31373" h="32512" fill="none" extrusionOk="0">
                <a:moveTo>
                  <a:pt x="0" y="0"/>
                </a:moveTo>
                <a:cubicBezTo>
                  <a:pt x="115553" y="-3330"/>
                  <a:pt x="312450" y="-562"/>
                  <a:pt x="558636" y="0"/>
                </a:cubicBezTo>
                <a:cubicBezTo>
                  <a:pt x="804822" y="562"/>
                  <a:pt x="884084" y="-30421"/>
                  <a:pt x="1178586" y="0"/>
                </a:cubicBezTo>
                <a:cubicBezTo>
                  <a:pt x="1473088" y="30421"/>
                  <a:pt x="1583291" y="-11012"/>
                  <a:pt x="1737222" y="0"/>
                </a:cubicBezTo>
                <a:cubicBezTo>
                  <a:pt x="1891153" y="11012"/>
                  <a:pt x="2292521" y="14276"/>
                  <a:pt x="2479800" y="0"/>
                </a:cubicBezTo>
                <a:cubicBezTo>
                  <a:pt x="2667079" y="-14276"/>
                  <a:pt x="3009511" y="20368"/>
                  <a:pt x="3161063" y="0"/>
                </a:cubicBezTo>
                <a:cubicBezTo>
                  <a:pt x="3312615" y="-20368"/>
                  <a:pt x="3685503" y="-31912"/>
                  <a:pt x="3842327" y="0"/>
                </a:cubicBezTo>
                <a:cubicBezTo>
                  <a:pt x="3999151" y="31912"/>
                  <a:pt x="4365712" y="39280"/>
                  <a:pt x="4646218" y="0"/>
                </a:cubicBezTo>
                <a:cubicBezTo>
                  <a:pt x="4926724" y="-39280"/>
                  <a:pt x="5219501" y="35249"/>
                  <a:pt x="5388796" y="0"/>
                </a:cubicBezTo>
                <a:cubicBezTo>
                  <a:pt x="5558091" y="-35249"/>
                  <a:pt x="5913349" y="-2668"/>
                  <a:pt x="6131373" y="0"/>
                </a:cubicBezTo>
                <a:cubicBezTo>
                  <a:pt x="6130634" y="13360"/>
                  <a:pt x="6130133" y="16545"/>
                  <a:pt x="6131373" y="32512"/>
                </a:cubicBezTo>
                <a:cubicBezTo>
                  <a:pt x="5968633" y="46188"/>
                  <a:pt x="5827659" y="29169"/>
                  <a:pt x="5634051" y="32512"/>
                </a:cubicBezTo>
                <a:cubicBezTo>
                  <a:pt x="5440443" y="35855"/>
                  <a:pt x="5316839" y="8640"/>
                  <a:pt x="5075414" y="32512"/>
                </a:cubicBezTo>
                <a:cubicBezTo>
                  <a:pt x="4833989" y="56384"/>
                  <a:pt x="4535224" y="57153"/>
                  <a:pt x="4332837" y="32512"/>
                </a:cubicBezTo>
                <a:cubicBezTo>
                  <a:pt x="4130450" y="7871"/>
                  <a:pt x="3762716" y="48032"/>
                  <a:pt x="3528946" y="32512"/>
                </a:cubicBezTo>
                <a:cubicBezTo>
                  <a:pt x="3295176" y="16992"/>
                  <a:pt x="3088557" y="43754"/>
                  <a:pt x="2908996" y="32512"/>
                </a:cubicBezTo>
                <a:cubicBezTo>
                  <a:pt x="2729435" y="21271"/>
                  <a:pt x="2496987" y="3537"/>
                  <a:pt x="2105105" y="32512"/>
                </a:cubicBezTo>
                <a:cubicBezTo>
                  <a:pt x="1713223" y="61487"/>
                  <a:pt x="1764525" y="29249"/>
                  <a:pt x="1546469" y="32512"/>
                </a:cubicBezTo>
                <a:cubicBezTo>
                  <a:pt x="1328413" y="35775"/>
                  <a:pt x="1296027" y="51983"/>
                  <a:pt x="1049146" y="32512"/>
                </a:cubicBezTo>
                <a:cubicBezTo>
                  <a:pt x="802265" y="13041"/>
                  <a:pt x="389991" y="67491"/>
                  <a:pt x="0" y="32512"/>
                </a:cubicBezTo>
                <a:cubicBezTo>
                  <a:pt x="327" y="20067"/>
                  <a:pt x="-208" y="6753"/>
                  <a:pt x="0" y="0"/>
                </a:cubicBezTo>
                <a:close/>
              </a:path>
              <a:path w="6131373" h="32512" stroke="0" extrusionOk="0">
                <a:moveTo>
                  <a:pt x="0" y="0"/>
                </a:moveTo>
                <a:cubicBezTo>
                  <a:pt x="278547" y="9460"/>
                  <a:pt x="391801" y="3595"/>
                  <a:pt x="619950" y="0"/>
                </a:cubicBezTo>
                <a:cubicBezTo>
                  <a:pt x="848099" y="-3595"/>
                  <a:pt x="996041" y="-11192"/>
                  <a:pt x="1117272" y="0"/>
                </a:cubicBezTo>
                <a:cubicBezTo>
                  <a:pt x="1238503" y="11192"/>
                  <a:pt x="1537514" y="3921"/>
                  <a:pt x="1921164" y="0"/>
                </a:cubicBezTo>
                <a:cubicBezTo>
                  <a:pt x="2304814" y="-3921"/>
                  <a:pt x="2290521" y="-4307"/>
                  <a:pt x="2541113" y="0"/>
                </a:cubicBezTo>
                <a:cubicBezTo>
                  <a:pt x="2791705" y="4307"/>
                  <a:pt x="2979482" y="23736"/>
                  <a:pt x="3161063" y="0"/>
                </a:cubicBezTo>
                <a:cubicBezTo>
                  <a:pt x="3342644" y="-23736"/>
                  <a:pt x="3640556" y="-18500"/>
                  <a:pt x="3964955" y="0"/>
                </a:cubicBezTo>
                <a:cubicBezTo>
                  <a:pt x="4289354" y="18500"/>
                  <a:pt x="4381186" y="-8740"/>
                  <a:pt x="4523591" y="0"/>
                </a:cubicBezTo>
                <a:cubicBezTo>
                  <a:pt x="4665996" y="8740"/>
                  <a:pt x="5091244" y="17883"/>
                  <a:pt x="5327482" y="0"/>
                </a:cubicBezTo>
                <a:cubicBezTo>
                  <a:pt x="5563720" y="-17883"/>
                  <a:pt x="5943064" y="13245"/>
                  <a:pt x="6131373" y="0"/>
                </a:cubicBezTo>
                <a:cubicBezTo>
                  <a:pt x="6129782" y="15731"/>
                  <a:pt x="6131916" y="20491"/>
                  <a:pt x="6131373" y="32512"/>
                </a:cubicBezTo>
                <a:cubicBezTo>
                  <a:pt x="5893818" y="37916"/>
                  <a:pt x="5790379" y="23930"/>
                  <a:pt x="5450109" y="32512"/>
                </a:cubicBezTo>
                <a:cubicBezTo>
                  <a:pt x="5109839" y="41094"/>
                  <a:pt x="5077862" y="56537"/>
                  <a:pt x="4830159" y="32512"/>
                </a:cubicBezTo>
                <a:cubicBezTo>
                  <a:pt x="4582456" y="8488"/>
                  <a:pt x="4311150" y="2142"/>
                  <a:pt x="4026268" y="32512"/>
                </a:cubicBezTo>
                <a:cubicBezTo>
                  <a:pt x="3741386" y="62882"/>
                  <a:pt x="3488789" y="54775"/>
                  <a:pt x="3222377" y="32512"/>
                </a:cubicBezTo>
                <a:cubicBezTo>
                  <a:pt x="2955965" y="10249"/>
                  <a:pt x="2815912" y="52658"/>
                  <a:pt x="2663741" y="32512"/>
                </a:cubicBezTo>
                <a:cubicBezTo>
                  <a:pt x="2511570" y="12366"/>
                  <a:pt x="2122834" y="2439"/>
                  <a:pt x="1982477" y="32512"/>
                </a:cubicBezTo>
                <a:cubicBezTo>
                  <a:pt x="1842120" y="62585"/>
                  <a:pt x="1438360" y="66257"/>
                  <a:pt x="1178586" y="32512"/>
                </a:cubicBezTo>
                <a:cubicBezTo>
                  <a:pt x="918812" y="-1233"/>
                  <a:pt x="390337" y="-17775"/>
                  <a:pt x="0" y="32512"/>
                </a:cubicBezTo>
                <a:cubicBezTo>
                  <a:pt x="233" y="17345"/>
                  <a:pt x="1531" y="11946"/>
                  <a:pt x="0" y="0"/>
                </a:cubicBezTo>
                <a:close/>
              </a:path>
            </a:pathLst>
          </a:custGeom>
          <a:solidFill>
            <a:schemeClr val="accent6">
              <a:lumMod val="60000"/>
              <a:lumOff val="40000"/>
            </a:schemeClr>
          </a:solidFill>
          <a:ln w="34925">
            <a:solidFill>
              <a:schemeClr val="accent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CS712 5A Current Sensor Module - techiesms">
            <a:extLst>
              <a:ext uri="{FF2B5EF4-FFF2-40B4-BE49-F238E27FC236}">
                <a16:creationId xmlns:a16="http://schemas.microsoft.com/office/drawing/2014/main" id="{44A501E9-EE0C-AC9C-51E6-98586C21BD65}"/>
              </a:ext>
            </a:extLst>
          </p:cNvPr>
          <p:cNvPicPr>
            <a:picLocks noChangeAspect="1"/>
          </p:cNvPicPr>
          <p:nvPr/>
        </p:nvPicPr>
        <p:blipFill>
          <a:blip r:embed="rId2"/>
          <a:stretch>
            <a:fillRect/>
          </a:stretch>
        </p:blipFill>
        <p:spPr>
          <a:xfrm>
            <a:off x="4501376" y="4129669"/>
            <a:ext cx="2287859" cy="2325029"/>
          </a:xfrm>
          <a:prstGeom prst="rect">
            <a:avLst/>
          </a:prstGeom>
        </p:spPr>
      </p:pic>
    </p:spTree>
    <p:extLst>
      <p:ext uri="{BB962C8B-B14F-4D97-AF65-F5344CB8AC3E}">
        <p14:creationId xmlns:p14="http://schemas.microsoft.com/office/powerpoint/2010/main" val="1565014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3DAA0EF-336D-4CDC-A9A2-8460363E2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FD079A19-B31E-4129-A464-7547FF05A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300937" cy="12192000"/>
          </a:xfrm>
          <a:custGeom>
            <a:avLst/>
            <a:gdLst>
              <a:gd name="connsiteX0" fmla="*/ 0 w 4090556"/>
              <a:gd name="connsiteY0" fmla="*/ 0 h 6858000"/>
              <a:gd name="connsiteX1" fmla="*/ 4077555 w 4090556"/>
              <a:gd name="connsiteY1" fmla="*/ 0 h 6858000"/>
              <a:gd name="connsiteX2" fmla="*/ 4077574 w 4090556"/>
              <a:gd name="connsiteY2" fmla="*/ 720 h 6858000"/>
              <a:gd name="connsiteX3" fmla="*/ 4075790 w 4090556"/>
              <a:gd name="connsiteY3" fmla="*/ 575485 h 6858000"/>
              <a:gd name="connsiteX4" fmla="*/ 4076555 w 4090556"/>
              <a:gd name="connsiteY4" fmla="*/ 932245 h 6858000"/>
              <a:gd name="connsiteX5" fmla="*/ 4076555 w 4090556"/>
              <a:gd name="connsiteY5" fmla="*/ 1286711 h 6858000"/>
              <a:gd name="connsiteX6" fmla="*/ 4082288 w 4090556"/>
              <a:gd name="connsiteY6" fmla="*/ 1595180 h 6858000"/>
              <a:gd name="connsiteX7" fmla="*/ 4078211 w 4090556"/>
              <a:gd name="connsiteY7" fmla="*/ 2133123 h 6858000"/>
              <a:gd name="connsiteX8" fmla="*/ 4071968 w 4090556"/>
              <a:gd name="connsiteY8" fmla="*/ 2946025 h 6858000"/>
              <a:gd name="connsiteX9" fmla="*/ 4068401 w 4090556"/>
              <a:gd name="connsiteY9" fmla="*/ 3502061 h 6858000"/>
              <a:gd name="connsiteX10" fmla="*/ 4087513 w 4090556"/>
              <a:gd name="connsiteY10" fmla="*/ 4076061 h 6858000"/>
              <a:gd name="connsiteX11" fmla="*/ 4076938 w 4090556"/>
              <a:gd name="connsiteY11" fmla="*/ 4442632 h 6858000"/>
              <a:gd name="connsiteX12" fmla="*/ 4071459 w 4090556"/>
              <a:gd name="connsiteY12" fmla="*/ 4827550 h 6858000"/>
              <a:gd name="connsiteX13" fmla="*/ 4071459 w 4090556"/>
              <a:gd name="connsiteY13" fmla="*/ 5019945 h 6858000"/>
              <a:gd name="connsiteX14" fmla="*/ 4084200 w 4090556"/>
              <a:gd name="connsiteY14" fmla="*/ 5490104 h 6858000"/>
              <a:gd name="connsiteX15" fmla="*/ 4077446 w 4090556"/>
              <a:gd name="connsiteY15" fmla="*/ 5844569 h 6858000"/>
              <a:gd name="connsiteX16" fmla="*/ 4082544 w 4090556"/>
              <a:gd name="connsiteY16" fmla="*/ 6260195 h 6858000"/>
              <a:gd name="connsiteX17" fmla="*/ 4086110 w 4090556"/>
              <a:gd name="connsiteY17" fmla="*/ 6706145 h 6858000"/>
              <a:gd name="connsiteX18" fmla="*/ 4086135 w 4090556"/>
              <a:gd name="connsiteY18" fmla="*/ 6794562 h 6858000"/>
              <a:gd name="connsiteX19" fmla="*/ 4080334 w 4090556"/>
              <a:gd name="connsiteY19" fmla="*/ 6858000 h 6858000"/>
              <a:gd name="connsiteX20" fmla="*/ 0 w 4090556"/>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90556" h="6858000">
                <a:moveTo>
                  <a:pt x="0" y="0"/>
                </a:moveTo>
                <a:lnTo>
                  <a:pt x="4077555" y="0"/>
                </a:lnTo>
                <a:lnTo>
                  <a:pt x="4077574" y="720"/>
                </a:lnTo>
                <a:cubicBezTo>
                  <a:pt x="4079358" y="192351"/>
                  <a:pt x="4064960" y="384364"/>
                  <a:pt x="4075790" y="575485"/>
                </a:cubicBezTo>
                <a:cubicBezTo>
                  <a:pt x="4082544" y="694108"/>
                  <a:pt x="4081269" y="814132"/>
                  <a:pt x="4076555" y="932245"/>
                </a:cubicBezTo>
                <a:cubicBezTo>
                  <a:pt x="4071840" y="1050357"/>
                  <a:pt x="4065470" y="1168597"/>
                  <a:pt x="4076555" y="1286711"/>
                </a:cubicBezTo>
                <a:cubicBezTo>
                  <a:pt x="4084710" y="1389317"/>
                  <a:pt x="4086621" y="1492332"/>
                  <a:pt x="4082288" y="1595180"/>
                </a:cubicBezTo>
                <a:cubicBezTo>
                  <a:pt x="4077319" y="1774452"/>
                  <a:pt x="4067637" y="1953851"/>
                  <a:pt x="4078211" y="2133123"/>
                </a:cubicBezTo>
                <a:cubicBezTo>
                  <a:pt x="4094393" y="2404260"/>
                  <a:pt x="4084710" y="2675143"/>
                  <a:pt x="4071968" y="2946025"/>
                </a:cubicBezTo>
                <a:cubicBezTo>
                  <a:pt x="4063049" y="3131413"/>
                  <a:pt x="4055659" y="3316673"/>
                  <a:pt x="4068401" y="3502061"/>
                </a:cubicBezTo>
                <a:cubicBezTo>
                  <a:pt x="4081396" y="3693182"/>
                  <a:pt x="4097323" y="3884176"/>
                  <a:pt x="4087513" y="4076061"/>
                </a:cubicBezTo>
                <a:cubicBezTo>
                  <a:pt x="4081142" y="4198251"/>
                  <a:pt x="4069037" y="4320315"/>
                  <a:pt x="4076938" y="4442632"/>
                </a:cubicBezTo>
                <a:cubicBezTo>
                  <a:pt x="4083270" y="4570925"/>
                  <a:pt x="4081435" y="4699486"/>
                  <a:pt x="4071459" y="4827550"/>
                </a:cubicBezTo>
                <a:cubicBezTo>
                  <a:pt x="4065725" y="4891550"/>
                  <a:pt x="4065725" y="4955945"/>
                  <a:pt x="4071459" y="5019945"/>
                </a:cubicBezTo>
                <a:cubicBezTo>
                  <a:pt x="4087742" y="5176105"/>
                  <a:pt x="4091997" y="5333296"/>
                  <a:pt x="4084200" y="5490104"/>
                </a:cubicBezTo>
                <a:cubicBezTo>
                  <a:pt x="4079740" y="5608217"/>
                  <a:pt x="4071968" y="5726202"/>
                  <a:pt x="4077446" y="5844569"/>
                </a:cubicBezTo>
                <a:cubicBezTo>
                  <a:pt x="4083944" y="5983069"/>
                  <a:pt x="4088914" y="6121696"/>
                  <a:pt x="4082544" y="6260195"/>
                </a:cubicBezTo>
                <a:cubicBezTo>
                  <a:pt x="4075841" y="6408803"/>
                  <a:pt x="4077026" y="6557662"/>
                  <a:pt x="4086110" y="6706145"/>
                </a:cubicBezTo>
                <a:cubicBezTo>
                  <a:pt x="4087467" y="6735616"/>
                  <a:pt x="4087474" y="6765120"/>
                  <a:pt x="4086135" y="6794562"/>
                </a:cubicBezTo>
                <a:lnTo>
                  <a:pt x="4080334" y="6858000"/>
                </a:lnTo>
                <a:lnTo>
                  <a:pt x="0" y="685800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C622A6D-4A78-722A-DD2E-E8F188691F85}"/>
              </a:ext>
            </a:extLst>
          </p:cNvPr>
          <p:cNvSpPr>
            <a:spLocks noGrp="1"/>
          </p:cNvSpPr>
          <p:nvPr>
            <p:ph type="title"/>
          </p:nvPr>
        </p:nvSpPr>
        <p:spPr>
          <a:xfrm>
            <a:off x="357188" y="1139240"/>
            <a:ext cx="1745546" cy="9925597"/>
          </a:xfrm>
          <a:solidFill>
            <a:schemeClr val="accent6">
              <a:lumMod val="60000"/>
              <a:lumOff val="40000"/>
            </a:schemeClr>
          </a:solidFill>
        </p:spPr>
        <p:txBody>
          <a:bodyPr anchor="ctr">
            <a:normAutofit/>
          </a:bodyPr>
          <a:lstStyle/>
          <a:p>
            <a:r>
              <a:rPr lang="en-US" b="1">
                <a:solidFill>
                  <a:schemeClr val="bg1"/>
                </a:solidFill>
                <a:ea typeface="+mj-lt"/>
                <a:cs typeface="+mj-lt"/>
              </a:rPr>
              <a:t>Other ideas we came across</a:t>
            </a:r>
            <a:endParaRPr lang="en-US" b="1">
              <a:solidFill>
                <a:schemeClr val="bg1"/>
              </a:solidFill>
            </a:endParaRPr>
          </a:p>
        </p:txBody>
      </p:sp>
      <p:graphicFrame>
        <p:nvGraphicFramePr>
          <p:cNvPr id="15" name="Content Placeholder 2">
            <a:extLst>
              <a:ext uri="{FF2B5EF4-FFF2-40B4-BE49-F238E27FC236}">
                <a16:creationId xmlns:a16="http://schemas.microsoft.com/office/drawing/2014/main" id="{549882B4-C7D7-C075-3C33-1EBD0CCA6B30}"/>
              </a:ext>
            </a:extLst>
          </p:cNvPr>
          <p:cNvGraphicFramePr>
            <a:graphicFrameLocks noGrp="1"/>
          </p:cNvGraphicFramePr>
          <p:nvPr>
            <p:ph idx="1"/>
            <p:extLst>
              <p:ext uri="{D42A27DB-BD31-4B8C-83A1-F6EECF244321}">
                <p14:modId xmlns:p14="http://schemas.microsoft.com/office/powerpoint/2010/main" val="1260113218"/>
              </p:ext>
            </p:extLst>
          </p:nvPr>
        </p:nvGraphicFramePr>
        <p:xfrm>
          <a:off x="2614510" y="1139239"/>
          <a:ext cx="3881538" cy="98420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5278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3DAA0EF-336D-4CDC-A9A2-8460363E2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D079A19-B31E-4129-A464-7547FF05A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300937" cy="12192000"/>
          </a:xfrm>
          <a:custGeom>
            <a:avLst/>
            <a:gdLst>
              <a:gd name="connsiteX0" fmla="*/ 0 w 4090556"/>
              <a:gd name="connsiteY0" fmla="*/ 0 h 6858000"/>
              <a:gd name="connsiteX1" fmla="*/ 4077555 w 4090556"/>
              <a:gd name="connsiteY1" fmla="*/ 0 h 6858000"/>
              <a:gd name="connsiteX2" fmla="*/ 4077574 w 4090556"/>
              <a:gd name="connsiteY2" fmla="*/ 720 h 6858000"/>
              <a:gd name="connsiteX3" fmla="*/ 4075790 w 4090556"/>
              <a:gd name="connsiteY3" fmla="*/ 575485 h 6858000"/>
              <a:gd name="connsiteX4" fmla="*/ 4076555 w 4090556"/>
              <a:gd name="connsiteY4" fmla="*/ 932245 h 6858000"/>
              <a:gd name="connsiteX5" fmla="*/ 4076555 w 4090556"/>
              <a:gd name="connsiteY5" fmla="*/ 1286711 h 6858000"/>
              <a:gd name="connsiteX6" fmla="*/ 4082288 w 4090556"/>
              <a:gd name="connsiteY6" fmla="*/ 1595180 h 6858000"/>
              <a:gd name="connsiteX7" fmla="*/ 4078211 w 4090556"/>
              <a:gd name="connsiteY7" fmla="*/ 2133123 h 6858000"/>
              <a:gd name="connsiteX8" fmla="*/ 4071968 w 4090556"/>
              <a:gd name="connsiteY8" fmla="*/ 2946025 h 6858000"/>
              <a:gd name="connsiteX9" fmla="*/ 4068401 w 4090556"/>
              <a:gd name="connsiteY9" fmla="*/ 3502061 h 6858000"/>
              <a:gd name="connsiteX10" fmla="*/ 4087513 w 4090556"/>
              <a:gd name="connsiteY10" fmla="*/ 4076061 h 6858000"/>
              <a:gd name="connsiteX11" fmla="*/ 4076938 w 4090556"/>
              <a:gd name="connsiteY11" fmla="*/ 4442632 h 6858000"/>
              <a:gd name="connsiteX12" fmla="*/ 4071459 w 4090556"/>
              <a:gd name="connsiteY12" fmla="*/ 4827550 h 6858000"/>
              <a:gd name="connsiteX13" fmla="*/ 4071459 w 4090556"/>
              <a:gd name="connsiteY13" fmla="*/ 5019945 h 6858000"/>
              <a:gd name="connsiteX14" fmla="*/ 4084200 w 4090556"/>
              <a:gd name="connsiteY14" fmla="*/ 5490104 h 6858000"/>
              <a:gd name="connsiteX15" fmla="*/ 4077446 w 4090556"/>
              <a:gd name="connsiteY15" fmla="*/ 5844569 h 6858000"/>
              <a:gd name="connsiteX16" fmla="*/ 4082544 w 4090556"/>
              <a:gd name="connsiteY16" fmla="*/ 6260195 h 6858000"/>
              <a:gd name="connsiteX17" fmla="*/ 4086110 w 4090556"/>
              <a:gd name="connsiteY17" fmla="*/ 6706145 h 6858000"/>
              <a:gd name="connsiteX18" fmla="*/ 4086135 w 4090556"/>
              <a:gd name="connsiteY18" fmla="*/ 6794562 h 6858000"/>
              <a:gd name="connsiteX19" fmla="*/ 4080334 w 4090556"/>
              <a:gd name="connsiteY19" fmla="*/ 6858000 h 6858000"/>
              <a:gd name="connsiteX20" fmla="*/ 0 w 4090556"/>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90556" h="6858000">
                <a:moveTo>
                  <a:pt x="0" y="0"/>
                </a:moveTo>
                <a:lnTo>
                  <a:pt x="4077555" y="0"/>
                </a:lnTo>
                <a:lnTo>
                  <a:pt x="4077574" y="720"/>
                </a:lnTo>
                <a:cubicBezTo>
                  <a:pt x="4079358" y="192351"/>
                  <a:pt x="4064960" y="384364"/>
                  <a:pt x="4075790" y="575485"/>
                </a:cubicBezTo>
                <a:cubicBezTo>
                  <a:pt x="4082544" y="694108"/>
                  <a:pt x="4081269" y="814132"/>
                  <a:pt x="4076555" y="932245"/>
                </a:cubicBezTo>
                <a:cubicBezTo>
                  <a:pt x="4071840" y="1050357"/>
                  <a:pt x="4065470" y="1168597"/>
                  <a:pt x="4076555" y="1286711"/>
                </a:cubicBezTo>
                <a:cubicBezTo>
                  <a:pt x="4084710" y="1389317"/>
                  <a:pt x="4086621" y="1492332"/>
                  <a:pt x="4082288" y="1595180"/>
                </a:cubicBezTo>
                <a:cubicBezTo>
                  <a:pt x="4077319" y="1774452"/>
                  <a:pt x="4067637" y="1953851"/>
                  <a:pt x="4078211" y="2133123"/>
                </a:cubicBezTo>
                <a:cubicBezTo>
                  <a:pt x="4094393" y="2404260"/>
                  <a:pt x="4084710" y="2675143"/>
                  <a:pt x="4071968" y="2946025"/>
                </a:cubicBezTo>
                <a:cubicBezTo>
                  <a:pt x="4063049" y="3131413"/>
                  <a:pt x="4055659" y="3316673"/>
                  <a:pt x="4068401" y="3502061"/>
                </a:cubicBezTo>
                <a:cubicBezTo>
                  <a:pt x="4081396" y="3693182"/>
                  <a:pt x="4097323" y="3884176"/>
                  <a:pt x="4087513" y="4076061"/>
                </a:cubicBezTo>
                <a:cubicBezTo>
                  <a:pt x="4081142" y="4198251"/>
                  <a:pt x="4069037" y="4320315"/>
                  <a:pt x="4076938" y="4442632"/>
                </a:cubicBezTo>
                <a:cubicBezTo>
                  <a:pt x="4083270" y="4570925"/>
                  <a:pt x="4081435" y="4699486"/>
                  <a:pt x="4071459" y="4827550"/>
                </a:cubicBezTo>
                <a:cubicBezTo>
                  <a:pt x="4065725" y="4891550"/>
                  <a:pt x="4065725" y="4955945"/>
                  <a:pt x="4071459" y="5019945"/>
                </a:cubicBezTo>
                <a:cubicBezTo>
                  <a:pt x="4087742" y="5176105"/>
                  <a:pt x="4091997" y="5333296"/>
                  <a:pt x="4084200" y="5490104"/>
                </a:cubicBezTo>
                <a:cubicBezTo>
                  <a:pt x="4079740" y="5608217"/>
                  <a:pt x="4071968" y="5726202"/>
                  <a:pt x="4077446" y="5844569"/>
                </a:cubicBezTo>
                <a:cubicBezTo>
                  <a:pt x="4083944" y="5983069"/>
                  <a:pt x="4088914" y="6121696"/>
                  <a:pt x="4082544" y="6260195"/>
                </a:cubicBezTo>
                <a:cubicBezTo>
                  <a:pt x="4075841" y="6408803"/>
                  <a:pt x="4077026" y="6557662"/>
                  <a:pt x="4086110" y="6706145"/>
                </a:cubicBezTo>
                <a:cubicBezTo>
                  <a:pt x="4087467" y="6735616"/>
                  <a:pt x="4087474" y="6765120"/>
                  <a:pt x="4086135" y="6794562"/>
                </a:cubicBezTo>
                <a:lnTo>
                  <a:pt x="4080334" y="6858000"/>
                </a:lnTo>
                <a:lnTo>
                  <a:pt x="0" y="685800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1B72778-2C45-41B2-4B02-A3D7B4E9DB93}"/>
              </a:ext>
            </a:extLst>
          </p:cNvPr>
          <p:cNvSpPr>
            <a:spLocks noGrp="1"/>
          </p:cNvSpPr>
          <p:nvPr>
            <p:ph type="title"/>
          </p:nvPr>
        </p:nvSpPr>
        <p:spPr>
          <a:xfrm>
            <a:off x="357188" y="1139240"/>
            <a:ext cx="1745546" cy="9925597"/>
          </a:xfrm>
          <a:solidFill>
            <a:schemeClr val="accent6">
              <a:lumMod val="60000"/>
              <a:lumOff val="40000"/>
            </a:schemeClr>
          </a:solidFill>
        </p:spPr>
        <p:txBody>
          <a:bodyPr anchor="ctr">
            <a:normAutofit/>
          </a:bodyPr>
          <a:lstStyle/>
          <a:p>
            <a:r>
              <a:rPr lang="en-US" sz="3800" b="1">
                <a:solidFill>
                  <a:schemeClr val="bg1"/>
                </a:solidFill>
                <a:ea typeface="+mj-lt"/>
                <a:cs typeface="+mj-lt"/>
              </a:rPr>
              <a:t>Challenges we can face</a:t>
            </a:r>
            <a:endParaRPr lang="en-US" sz="3800" b="1">
              <a:solidFill>
                <a:schemeClr val="bg1"/>
              </a:solidFill>
            </a:endParaRPr>
          </a:p>
        </p:txBody>
      </p:sp>
      <p:graphicFrame>
        <p:nvGraphicFramePr>
          <p:cNvPr id="5" name="Content Placeholder 2">
            <a:extLst>
              <a:ext uri="{FF2B5EF4-FFF2-40B4-BE49-F238E27FC236}">
                <a16:creationId xmlns:a16="http://schemas.microsoft.com/office/drawing/2014/main" id="{66DA6441-945F-73A0-F603-03D808721065}"/>
              </a:ext>
            </a:extLst>
          </p:cNvPr>
          <p:cNvGraphicFramePr>
            <a:graphicFrameLocks noGrp="1"/>
          </p:cNvGraphicFramePr>
          <p:nvPr>
            <p:ph idx="1"/>
            <p:extLst>
              <p:ext uri="{D42A27DB-BD31-4B8C-83A1-F6EECF244321}">
                <p14:modId xmlns:p14="http://schemas.microsoft.com/office/powerpoint/2010/main" val="2304920480"/>
              </p:ext>
            </p:extLst>
          </p:nvPr>
        </p:nvGraphicFramePr>
        <p:xfrm>
          <a:off x="2614510" y="1139239"/>
          <a:ext cx="3881538" cy="98420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219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7B6BBF-09F2-4A29-AE4E-3771E292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16D3C-4310-74F0-FD00-D0803DE87D4C}"/>
              </a:ext>
            </a:extLst>
          </p:cNvPr>
          <p:cNvSpPr>
            <a:spLocks noGrp="1"/>
          </p:cNvSpPr>
          <p:nvPr>
            <p:ph type="title"/>
          </p:nvPr>
        </p:nvSpPr>
        <p:spPr>
          <a:xfrm>
            <a:off x="357187" y="1127162"/>
            <a:ext cx="6143423" cy="2337241"/>
          </a:xfrm>
          <a:solidFill>
            <a:schemeClr val="accent6">
              <a:lumMod val="60000"/>
              <a:lumOff val="40000"/>
            </a:schemeClr>
          </a:solidFill>
        </p:spPr>
        <p:txBody>
          <a:bodyPr anchor="ctr">
            <a:normAutofit/>
          </a:bodyPr>
          <a:lstStyle/>
          <a:p>
            <a:pPr algn="ctr"/>
            <a:r>
              <a:rPr lang="en-US" sz="8000" b="1">
                <a:solidFill>
                  <a:schemeClr val="bg1"/>
                </a:solidFill>
                <a:ea typeface="+mj-lt"/>
                <a:cs typeface="+mj-lt"/>
              </a:rPr>
              <a:t>Social Impact</a:t>
            </a:r>
            <a:endParaRPr lang="en-US" b="1"/>
          </a:p>
        </p:txBody>
      </p:sp>
      <p:sp>
        <p:nvSpPr>
          <p:cNvPr id="7" name="Rectangle 6">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364671" y="3985310"/>
            <a:ext cx="6131373" cy="32512"/>
          </a:xfrm>
          <a:custGeom>
            <a:avLst/>
            <a:gdLst>
              <a:gd name="connsiteX0" fmla="*/ 0 w 6131373"/>
              <a:gd name="connsiteY0" fmla="*/ 0 h 32512"/>
              <a:gd name="connsiteX1" fmla="*/ 558636 w 6131373"/>
              <a:gd name="connsiteY1" fmla="*/ 0 h 32512"/>
              <a:gd name="connsiteX2" fmla="*/ 1178586 w 6131373"/>
              <a:gd name="connsiteY2" fmla="*/ 0 h 32512"/>
              <a:gd name="connsiteX3" fmla="*/ 1737222 w 6131373"/>
              <a:gd name="connsiteY3" fmla="*/ 0 h 32512"/>
              <a:gd name="connsiteX4" fmla="*/ 2479800 w 6131373"/>
              <a:gd name="connsiteY4" fmla="*/ 0 h 32512"/>
              <a:gd name="connsiteX5" fmla="*/ 3161063 w 6131373"/>
              <a:gd name="connsiteY5" fmla="*/ 0 h 32512"/>
              <a:gd name="connsiteX6" fmla="*/ 3842327 w 6131373"/>
              <a:gd name="connsiteY6" fmla="*/ 0 h 32512"/>
              <a:gd name="connsiteX7" fmla="*/ 4646218 w 6131373"/>
              <a:gd name="connsiteY7" fmla="*/ 0 h 32512"/>
              <a:gd name="connsiteX8" fmla="*/ 5388796 w 6131373"/>
              <a:gd name="connsiteY8" fmla="*/ 0 h 32512"/>
              <a:gd name="connsiteX9" fmla="*/ 6131373 w 6131373"/>
              <a:gd name="connsiteY9" fmla="*/ 0 h 32512"/>
              <a:gd name="connsiteX10" fmla="*/ 6131373 w 6131373"/>
              <a:gd name="connsiteY10" fmla="*/ 32512 h 32512"/>
              <a:gd name="connsiteX11" fmla="*/ 5634051 w 6131373"/>
              <a:gd name="connsiteY11" fmla="*/ 32512 h 32512"/>
              <a:gd name="connsiteX12" fmla="*/ 5075414 w 6131373"/>
              <a:gd name="connsiteY12" fmla="*/ 32512 h 32512"/>
              <a:gd name="connsiteX13" fmla="*/ 4332837 w 6131373"/>
              <a:gd name="connsiteY13" fmla="*/ 32512 h 32512"/>
              <a:gd name="connsiteX14" fmla="*/ 3528946 w 6131373"/>
              <a:gd name="connsiteY14" fmla="*/ 32512 h 32512"/>
              <a:gd name="connsiteX15" fmla="*/ 2908996 w 6131373"/>
              <a:gd name="connsiteY15" fmla="*/ 32512 h 32512"/>
              <a:gd name="connsiteX16" fmla="*/ 2105105 w 6131373"/>
              <a:gd name="connsiteY16" fmla="*/ 32512 h 32512"/>
              <a:gd name="connsiteX17" fmla="*/ 1546469 w 6131373"/>
              <a:gd name="connsiteY17" fmla="*/ 32512 h 32512"/>
              <a:gd name="connsiteX18" fmla="*/ 1049146 w 6131373"/>
              <a:gd name="connsiteY18" fmla="*/ 32512 h 32512"/>
              <a:gd name="connsiteX19" fmla="*/ 0 w 6131373"/>
              <a:gd name="connsiteY19" fmla="*/ 32512 h 32512"/>
              <a:gd name="connsiteX20" fmla="*/ 0 w 6131373"/>
              <a:gd name="connsiteY20" fmla="*/ 0 h 3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31373" h="32512" fill="none" extrusionOk="0">
                <a:moveTo>
                  <a:pt x="0" y="0"/>
                </a:moveTo>
                <a:cubicBezTo>
                  <a:pt x="115553" y="-3330"/>
                  <a:pt x="312450" y="-562"/>
                  <a:pt x="558636" y="0"/>
                </a:cubicBezTo>
                <a:cubicBezTo>
                  <a:pt x="804822" y="562"/>
                  <a:pt x="884084" y="-30421"/>
                  <a:pt x="1178586" y="0"/>
                </a:cubicBezTo>
                <a:cubicBezTo>
                  <a:pt x="1473088" y="30421"/>
                  <a:pt x="1583291" y="-11012"/>
                  <a:pt x="1737222" y="0"/>
                </a:cubicBezTo>
                <a:cubicBezTo>
                  <a:pt x="1891153" y="11012"/>
                  <a:pt x="2292521" y="14276"/>
                  <a:pt x="2479800" y="0"/>
                </a:cubicBezTo>
                <a:cubicBezTo>
                  <a:pt x="2667079" y="-14276"/>
                  <a:pt x="3009511" y="20368"/>
                  <a:pt x="3161063" y="0"/>
                </a:cubicBezTo>
                <a:cubicBezTo>
                  <a:pt x="3312615" y="-20368"/>
                  <a:pt x="3685503" y="-31912"/>
                  <a:pt x="3842327" y="0"/>
                </a:cubicBezTo>
                <a:cubicBezTo>
                  <a:pt x="3999151" y="31912"/>
                  <a:pt x="4365712" y="39280"/>
                  <a:pt x="4646218" y="0"/>
                </a:cubicBezTo>
                <a:cubicBezTo>
                  <a:pt x="4926724" y="-39280"/>
                  <a:pt x="5219501" y="35249"/>
                  <a:pt x="5388796" y="0"/>
                </a:cubicBezTo>
                <a:cubicBezTo>
                  <a:pt x="5558091" y="-35249"/>
                  <a:pt x="5913349" y="-2668"/>
                  <a:pt x="6131373" y="0"/>
                </a:cubicBezTo>
                <a:cubicBezTo>
                  <a:pt x="6130634" y="13360"/>
                  <a:pt x="6130133" y="16545"/>
                  <a:pt x="6131373" y="32512"/>
                </a:cubicBezTo>
                <a:cubicBezTo>
                  <a:pt x="5968633" y="46188"/>
                  <a:pt x="5827659" y="29169"/>
                  <a:pt x="5634051" y="32512"/>
                </a:cubicBezTo>
                <a:cubicBezTo>
                  <a:pt x="5440443" y="35855"/>
                  <a:pt x="5316839" y="8640"/>
                  <a:pt x="5075414" y="32512"/>
                </a:cubicBezTo>
                <a:cubicBezTo>
                  <a:pt x="4833989" y="56384"/>
                  <a:pt x="4535224" y="57153"/>
                  <a:pt x="4332837" y="32512"/>
                </a:cubicBezTo>
                <a:cubicBezTo>
                  <a:pt x="4130450" y="7871"/>
                  <a:pt x="3762716" y="48032"/>
                  <a:pt x="3528946" y="32512"/>
                </a:cubicBezTo>
                <a:cubicBezTo>
                  <a:pt x="3295176" y="16992"/>
                  <a:pt x="3088557" y="43754"/>
                  <a:pt x="2908996" y="32512"/>
                </a:cubicBezTo>
                <a:cubicBezTo>
                  <a:pt x="2729435" y="21271"/>
                  <a:pt x="2496987" y="3537"/>
                  <a:pt x="2105105" y="32512"/>
                </a:cubicBezTo>
                <a:cubicBezTo>
                  <a:pt x="1713223" y="61487"/>
                  <a:pt x="1764525" y="29249"/>
                  <a:pt x="1546469" y="32512"/>
                </a:cubicBezTo>
                <a:cubicBezTo>
                  <a:pt x="1328413" y="35775"/>
                  <a:pt x="1296027" y="51983"/>
                  <a:pt x="1049146" y="32512"/>
                </a:cubicBezTo>
                <a:cubicBezTo>
                  <a:pt x="802265" y="13041"/>
                  <a:pt x="389991" y="67491"/>
                  <a:pt x="0" y="32512"/>
                </a:cubicBezTo>
                <a:cubicBezTo>
                  <a:pt x="327" y="20067"/>
                  <a:pt x="-208" y="6753"/>
                  <a:pt x="0" y="0"/>
                </a:cubicBezTo>
                <a:close/>
              </a:path>
              <a:path w="6131373" h="32512" stroke="0" extrusionOk="0">
                <a:moveTo>
                  <a:pt x="0" y="0"/>
                </a:moveTo>
                <a:cubicBezTo>
                  <a:pt x="278547" y="9460"/>
                  <a:pt x="391801" y="3595"/>
                  <a:pt x="619950" y="0"/>
                </a:cubicBezTo>
                <a:cubicBezTo>
                  <a:pt x="848099" y="-3595"/>
                  <a:pt x="996041" y="-11192"/>
                  <a:pt x="1117272" y="0"/>
                </a:cubicBezTo>
                <a:cubicBezTo>
                  <a:pt x="1238503" y="11192"/>
                  <a:pt x="1537514" y="3921"/>
                  <a:pt x="1921164" y="0"/>
                </a:cubicBezTo>
                <a:cubicBezTo>
                  <a:pt x="2304814" y="-3921"/>
                  <a:pt x="2290521" y="-4307"/>
                  <a:pt x="2541113" y="0"/>
                </a:cubicBezTo>
                <a:cubicBezTo>
                  <a:pt x="2791705" y="4307"/>
                  <a:pt x="2979482" y="23736"/>
                  <a:pt x="3161063" y="0"/>
                </a:cubicBezTo>
                <a:cubicBezTo>
                  <a:pt x="3342644" y="-23736"/>
                  <a:pt x="3640556" y="-18500"/>
                  <a:pt x="3964955" y="0"/>
                </a:cubicBezTo>
                <a:cubicBezTo>
                  <a:pt x="4289354" y="18500"/>
                  <a:pt x="4381186" y="-8740"/>
                  <a:pt x="4523591" y="0"/>
                </a:cubicBezTo>
                <a:cubicBezTo>
                  <a:pt x="4665996" y="8740"/>
                  <a:pt x="5091244" y="17883"/>
                  <a:pt x="5327482" y="0"/>
                </a:cubicBezTo>
                <a:cubicBezTo>
                  <a:pt x="5563720" y="-17883"/>
                  <a:pt x="5943064" y="13245"/>
                  <a:pt x="6131373" y="0"/>
                </a:cubicBezTo>
                <a:cubicBezTo>
                  <a:pt x="6129782" y="15731"/>
                  <a:pt x="6131916" y="20491"/>
                  <a:pt x="6131373" y="32512"/>
                </a:cubicBezTo>
                <a:cubicBezTo>
                  <a:pt x="5893818" y="37916"/>
                  <a:pt x="5790379" y="23930"/>
                  <a:pt x="5450109" y="32512"/>
                </a:cubicBezTo>
                <a:cubicBezTo>
                  <a:pt x="5109839" y="41094"/>
                  <a:pt x="5077862" y="56537"/>
                  <a:pt x="4830159" y="32512"/>
                </a:cubicBezTo>
                <a:cubicBezTo>
                  <a:pt x="4582456" y="8488"/>
                  <a:pt x="4311150" y="2142"/>
                  <a:pt x="4026268" y="32512"/>
                </a:cubicBezTo>
                <a:cubicBezTo>
                  <a:pt x="3741386" y="62882"/>
                  <a:pt x="3488789" y="54775"/>
                  <a:pt x="3222377" y="32512"/>
                </a:cubicBezTo>
                <a:cubicBezTo>
                  <a:pt x="2955965" y="10249"/>
                  <a:pt x="2815912" y="52658"/>
                  <a:pt x="2663741" y="32512"/>
                </a:cubicBezTo>
                <a:cubicBezTo>
                  <a:pt x="2511570" y="12366"/>
                  <a:pt x="2122834" y="2439"/>
                  <a:pt x="1982477" y="32512"/>
                </a:cubicBezTo>
                <a:cubicBezTo>
                  <a:pt x="1842120" y="62585"/>
                  <a:pt x="1438360" y="66257"/>
                  <a:pt x="1178586" y="32512"/>
                </a:cubicBezTo>
                <a:cubicBezTo>
                  <a:pt x="918812" y="-1233"/>
                  <a:pt x="390337" y="-17775"/>
                  <a:pt x="0" y="32512"/>
                </a:cubicBezTo>
                <a:cubicBezTo>
                  <a:pt x="233" y="17345"/>
                  <a:pt x="1531" y="11946"/>
                  <a:pt x="0" y="0"/>
                </a:cubicBezTo>
                <a:close/>
              </a:path>
            </a:pathLst>
          </a:custGeom>
          <a:solidFill>
            <a:schemeClr val="accent6">
              <a:lumMod val="60000"/>
              <a:lumOff val="40000"/>
            </a:schemeClr>
          </a:solidFill>
          <a:ln w="34925">
            <a:solidFill>
              <a:schemeClr val="accent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ACCF2BC7-F339-09A7-3960-FE816F9C2055}"/>
              </a:ext>
            </a:extLst>
          </p:cNvPr>
          <p:cNvSpPr>
            <a:spLocks noGrp="1"/>
          </p:cNvSpPr>
          <p:nvPr>
            <p:ph idx="1"/>
          </p:nvPr>
        </p:nvSpPr>
        <p:spPr>
          <a:xfrm>
            <a:off x="359976" y="4303528"/>
            <a:ext cx="6212390" cy="7559040"/>
          </a:xfrm>
        </p:spPr>
        <p:txBody>
          <a:bodyPr vert="horz" lIns="91440" tIns="45720" rIns="91440" bIns="45720" rtlCol="0" anchor="t">
            <a:normAutofit/>
          </a:bodyPr>
          <a:lstStyle/>
          <a:p>
            <a:pPr>
              <a:lnSpc>
                <a:spcPct val="100000"/>
              </a:lnSpc>
              <a:buNone/>
            </a:pPr>
            <a:r>
              <a:rPr lang="en-US" sz="1800" b="1">
                <a:ea typeface="+mn-lt"/>
                <a:cs typeface="+mn-lt"/>
              </a:rPr>
              <a:t>The idea of immediately cutting off electrical supply when the phase and neutral wires come into contact can have several significant social impacts:</a:t>
            </a:r>
          </a:p>
          <a:p>
            <a:pPr>
              <a:lnSpc>
                <a:spcPct val="100000"/>
              </a:lnSpc>
              <a:buNone/>
            </a:pPr>
            <a:r>
              <a:rPr lang="en-US" sz="1800" b="1">
                <a:ea typeface="+mn-lt"/>
                <a:cs typeface="+mn-lt"/>
              </a:rPr>
              <a:t>Enhanced Electrical Safety: Implementing such a system can significantly improve electrical safety, reducing the risk of electric shock, electrocution, and electrical fires. This enhances the safety and well-being of individuals, families, and communities, especially in residential areas, workplaces, and public spaces.</a:t>
            </a:r>
          </a:p>
          <a:p>
            <a:pPr>
              <a:lnSpc>
                <a:spcPct val="100000"/>
              </a:lnSpc>
              <a:buNone/>
            </a:pPr>
            <a:r>
              <a:rPr lang="en-US" sz="1800" b="1">
                <a:ea typeface="+mn-lt"/>
                <a:cs typeface="+mn-lt"/>
              </a:rPr>
              <a:t>Protection of Life and Property: By preventing electrical accidents and fires, the system helps protect human lives, property, and valuable assets. It reduces the likelihood of injuries, fatalities, property damage, and financial losses associated with electrical hazards and accidents.</a:t>
            </a:r>
          </a:p>
          <a:p>
            <a:pPr>
              <a:lnSpc>
                <a:spcPct val="100000"/>
              </a:lnSpc>
              <a:buNone/>
            </a:pPr>
            <a:r>
              <a:rPr lang="en-US" sz="1800" b="1">
                <a:ea typeface="+mn-lt"/>
                <a:cs typeface="+mn-lt"/>
              </a:rPr>
              <a:t>Peace of Mind: Knowing that there are measures in place to promptly cut off electrical supply in the event of phase-neutral contact can provide peace of mind to individuals, homeowners, and facility managers. They can feel more confident in the safety and reliability of their electrical systems, reducing anxiety and stress related to potential hazards.</a:t>
            </a:r>
          </a:p>
          <a:p>
            <a:pPr>
              <a:lnSpc>
                <a:spcPct val="100000"/>
              </a:lnSpc>
              <a:buNone/>
            </a:pPr>
            <a:r>
              <a:rPr lang="en-US" sz="1800" b="1">
                <a:ea typeface="+mn-lt"/>
                <a:cs typeface="+mn-lt"/>
              </a:rPr>
              <a:t>Community Resilience: Building resilient communities involves mitigating risks and ensuring the continuity of essential services. By implementing safety measures for electrical infrastructure, communities can enhance their resilience to emergencies, natural disasters, and other disruptions, minimizing the impact on public safety and infrastructure.</a:t>
            </a:r>
          </a:p>
          <a:p>
            <a:pPr>
              <a:lnSpc>
                <a:spcPct val="100000"/>
              </a:lnSpc>
              <a:buNone/>
            </a:pPr>
            <a:r>
              <a:rPr lang="en-US" sz="1800" b="1">
                <a:ea typeface="+mn-lt"/>
                <a:cs typeface="+mn-lt"/>
              </a:rPr>
              <a:t>Accessibility and Inclusion: Improving electrical safety benefits everyone, including vulnerable populations such as children, elderly individuals, people with disabilities, and low-income communities. Ensuring that electrical systems are safe and reliable promotes inclusivity and accessibility to essential services and amenities for all members of society.</a:t>
            </a:r>
          </a:p>
          <a:p>
            <a:pPr>
              <a:lnSpc>
                <a:spcPct val="100000"/>
              </a:lnSpc>
              <a:buNone/>
            </a:pPr>
            <a:r>
              <a:rPr lang="en-US" sz="1800" b="1">
                <a:ea typeface="+mn-lt"/>
                <a:cs typeface="+mn-lt"/>
              </a:rPr>
              <a:t>Educational Opportunities: The implementation of safety systems provides opportunities for education and awareness about electrical safety practices, risks, and preventive measures. Public outreach campaigns, training programs, and community workshops can empower individuals with knowledge and skills to prevent electrical accidents and protect themselves and others.</a:t>
            </a:r>
          </a:p>
          <a:p>
            <a:pPr marL="0" indent="0">
              <a:lnSpc>
                <a:spcPct val="100000"/>
              </a:lnSpc>
              <a:buNone/>
            </a:pPr>
            <a:endParaRPr lang="en-US" sz="1800" b="1">
              <a:ea typeface="+mn-lt"/>
              <a:cs typeface="+mn-lt"/>
            </a:endParaRPr>
          </a:p>
          <a:p>
            <a:pPr marL="0" indent="0">
              <a:buNone/>
            </a:pPr>
            <a:endParaRPr lang="en-US" sz="1600" b="1"/>
          </a:p>
        </p:txBody>
      </p:sp>
    </p:spTree>
    <p:extLst>
      <p:ext uri="{BB962C8B-B14F-4D97-AF65-F5344CB8AC3E}">
        <p14:creationId xmlns:p14="http://schemas.microsoft.com/office/powerpoint/2010/main" val="361120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595953" y="-1971534"/>
            <a:ext cx="4038653" cy="9291670"/>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6">
              <a:lumMod val="60000"/>
              <a:lumOff val="40000"/>
            </a:schemeClr>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C0085B19-C600-2EDC-CB99-8182C10D924A}"/>
              </a:ext>
            </a:extLst>
          </p:cNvPr>
          <p:cNvSpPr>
            <a:spLocks noGrp="1"/>
          </p:cNvSpPr>
          <p:nvPr>
            <p:ph type="title"/>
          </p:nvPr>
        </p:nvSpPr>
        <p:spPr>
          <a:xfrm>
            <a:off x="283598" y="1985739"/>
            <a:ext cx="2856848" cy="4292423"/>
          </a:xfrm>
          <a:solidFill>
            <a:schemeClr val="accent6">
              <a:lumMod val="60000"/>
              <a:lumOff val="40000"/>
            </a:schemeClr>
          </a:solidFill>
        </p:spPr>
        <p:txBody>
          <a:bodyPr anchor="t">
            <a:normAutofit/>
          </a:bodyPr>
          <a:lstStyle/>
          <a:p>
            <a:r>
              <a:rPr lang="en-US" sz="7700" b="1" dirty="0">
                <a:solidFill>
                  <a:schemeClr val="bg1"/>
                </a:solidFill>
                <a:ea typeface="+mj-lt"/>
                <a:cs typeface="+mj-lt"/>
              </a:rPr>
              <a:t>Concrete Evidence</a:t>
            </a:r>
            <a:endParaRPr lang="en-US" sz="7700" b="1" dirty="0">
              <a:solidFill>
                <a:schemeClr val="bg1"/>
              </a:solidFill>
            </a:endParaRPr>
          </a:p>
        </p:txBody>
      </p:sp>
      <p:sp>
        <p:nvSpPr>
          <p:cNvPr id="3" name="Content Placeholder 2">
            <a:extLst>
              <a:ext uri="{FF2B5EF4-FFF2-40B4-BE49-F238E27FC236}">
                <a16:creationId xmlns:a16="http://schemas.microsoft.com/office/drawing/2014/main" id="{C7BFECBB-5532-44DA-F3B0-F00D8AC07802}"/>
              </a:ext>
            </a:extLst>
          </p:cNvPr>
          <p:cNvSpPr>
            <a:spLocks noGrp="1"/>
          </p:cNvSpPr>
          <p:nvPr>
            <p:ph idx="1"/>
          </p:nvPr>
        </p:nvSpPr>
        <p:spPr>
          <a:xfrm>
            <a:off x="3428999" y="198241"/>
            <a:ext cx="2955799" cy="9412705"/>
          </a:xfrm>
          <a:solidFill>
            <a:schemeClr val="accent6">
              <a:lumMod val="60000"/>
              <a:lumOff val="40000"/>
            </a:schemeClr>
          </a:solidFill>
        </p:spPr>
        <p:txBody>
          <a:bodyPr vert="horz" lIns="91440" tIns="45720" rIns="91440" bIns="45720" rtlCol="0" anchor="t">
            <a:normAutofit/>
          </a:bodyPr>
          <a:lstStyle/>
          <a:p>
            <a:pPr marL="0" indent="0">
              <a:buNone/>
            </a:pPr>
            <a:r>
              <a:rPr lang="en-US" sz="2000" b="1" dirty="0">
                <a:ea typeface="+mn-lt"/>
                <a:cs typeface="+mn-lt"/>
              </a:rPr>
              <a:t>Consider a densely populated neighborhood in Chennai, India. During a monsoon storm, a strong gust of wind tears down a power line. With your system in place:</a:t>
            </a:r>
          </a:p>
          <a:p>
            <a:pPr marL="457200" indent="-457200">
              <a:buAutoNum type="arabicPeriod"/>
            </a:pPr>
            <a:r>
              <a:rPr lang="en-US" sz="2000" b="1" dirty="0">
                <a:ea typeface="+mn-lt"/>
                <a:cs typeface="+mn-lt"/>
              </a:rPr>
              <a:t>1.The cut wire is detected, and electricity flow to the neighborhood substation is automatically shut off.</a:t>
            </a:r>
          </a:p>
          <a:p>
            <a:pPr marL="457200" indent="-457200">
              <a:buAutoNum type="arabicPeriod"/>
            </a:pPr>
            <a:r>
              <a:rPr lang="en-US" sz="2000" b="1" dirty="0">
                <a:ea typeface="+mn-lt"/>
                <a:cs typeface="+mn-lt"/>
              </a:rPr>
              <a:t>A notification is sent to the local power company, pinpointing the exact location of the downed wire. </a:t>
            </a:r>
          </a:p>
          <a:p>
            <a:pPr marL="457200" indent="-457200">
              <a:buAutoNum type="arabicPeriod"/>
            </a:pPr>
            <a:r>
              <a:rPr lang="en-US" sz="2000" b="1" dirty="0">
                <a:ea typeface="+mn-lt"/>
                <a:cs typeface="+mn-lt"/>
              </a:rPr>
              <a:t>3.Repair crews are dispatched immediately, minimizing the risk of electrocution and property damage. </a:t>
            </a:r>
            <a:endParaRPr lang="en-US" b="1">
              <a:ea typeface="+mn-lt"/>
              <a:cs typeface="+mn-lt"/>
            </a:endParaRPr>
          </a:p>
          <a:p>
            <a:pPr marL="457200" indent="-457200">
              <a:buAutoNum type="arabicPeriod"/>
            </a:pPr>
            <a:r>
              <a:rPr lang="en-US" sz="2000" b="1" dirty="0">
                <a:ea typeface="+mn-lt"/>
                <a:cs typeface="+mn-lt"/>
              </a:rPr>
              <a:t>Power is restored to the neighborhood much faster than with traditional methods, minimizing disruption for residents and businesses</a:t>
            </a:r>
            <a:endParaRPr lang="en-US" sz="1550" b="1" dirty="0"/>
          </a:p>
        </p:txBody>
      </p:sp>
      <p:sp>
        <p:nvSpPr>
          <p:cNvPr id="9" name="Title 1">
            <a:extLst>
              <a:ext uri="{FF2B5EF4-FFF2-40B4-BE49-F238E27FC236}">
                <a16:creationId xmlns:a16="http://schemas.microsoft.com/office/drawing/2014/main" id="{B0110BDE-5622-5D30-1C76-78ECE0090426}"/>
              </a:ext>
            </a:extLst>
          </p:cNvPr>
          <p:cNvSpPr txBox="1">
            <a:spLocks/>
          </p:cNvSpPr>
          <p:nvPr/>
        </p:nvSpPr>
        <p:spPr>
          <a:xfrm>
            <a:off x="282318" y="7683449"/>
            <a:ext cx="2856848" cy="4292423"/>
          </a:xfrm>
          <a:prstGeom prst="rect">
            <a:avLst/>
          </a:prstGeom>
          <a:solidFill>
            <a:schemeClr val="accent6">
              <a:lumMod val="60000"/>
              <a:lumOff val="40000"/>
            </a:schemeClr>
          </a:solidFill>
        </p:spPr>
        <p:txBody>
          <a:bodyPr vert="horz" lIns="91440" tIns="45720" rIns="91440" bIns="45720" rtlCol="0" anchor="t">
            <a:normAutofit/>
          </a:bodyPr>
          <a:lst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a:lstStyle>
          <a:p>
            <a:r>
              <a:rPr lang="en-US" sz="7700" b="1" dirty="0">
                <a:solidFill>
                  <a:schemeClr val="bg1"/>
                </a:solidFill>
                <a:ea typeface="+mj-lt"/>
                <a:cs typeface="+mj-lt"/>
              </a:rPr>
              <a:t>Who it helps</a:t>
            </a:r>
            <a:endParaRPr lang="en-US" b="1" dirty="0"/>
          </a:p>
        </p:txBody>
      </p:sp>
      <p:sp>
        <p:nvSpPr>
          <p:cNvPr id="12" name="Content Placeholder 2">
            <a:extLst>
              <a:ext uri="{FF2B5EF4-FFF2-40B4-BE49-F238E27FC236}">
                <a16:creationId xmlns:a16="http://schemas.microsoft.com/office/drawing/2014/main" id="{C58665CD-74E2-359C-1BC2-C6EFAD50F560}"/>
              </a:ext>
            </a:extLst>
          </p:cNvPr>
          <p:cNvSpPr txBox="1">
            <a:spLocks/>
          </p:cNvSpPr>
          <p:nvPr/>
        </p:nvSpPr>
        <p:spPr>
          <a:xfrm>
            <a:off x="3338071" y="6747598"/>
            <a:ext cx="3141496" cy="9412705"/>
          </a:xfrm>
          <a:prstGeom prst="rect">
            <a:avLst/>
          </a:prstGeom>
          <a:solidFill>
            <a:schemeClr val="accent6">
              <a:lumMod val="60000"/>
              <a:lumOff val="40000"/>
            </a:schemeClr>
          </a:solidFill>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575"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35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125"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013"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013"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US" sz="2000" b="1" dirty="0">
                <a:ea typeface="+mn-lt"/>
                <a:cs typeface="+mn-lt"/>
              </a:rPr>
              <a:t>General Public: Everyone in areas prone to downed wires benefits from the increased safety and faster restoration times. This includes families, children, the elderly, and individuals vulnerable to electrical hazards.</a:t>
            </a:r>
            <a:endParaRPr lang="en-US" b="1" dirty="0">
              <a:ea typeface="+mn-lt"/>
              <a:cs typeface="+mn-lt"/>
            </a:endParaRPr>
          </a:p>
          <a:p>
            <a:pPr marL="457200" indent="-457200">
              <a:buAutoNum type="arabicPeriod"/>
            </a:pPr>
            <a:r>
              <a:rPr lang="en-US" sz="2000" b="1" dirty="0">
                <a:ea typeface="+mn-lt"/>
                <a:cs typeface="+mn-lt"/>
              </a:rPr>
              <a:t>Emergency Responders: Firefighters, police officers, and other emergency personnel face reduced risk from downed wires with this system in place. </a:t>
            </a:r>
            <a:endParaRPr lang="en-US" sz="1550" b="1">
              <a:ea typeface="+mn-lt"/>
              <a:cs typeface="+mn-lt"/>
            </a:endParaRPr>
          </a:p>
          <a:p>
            <a:pPr marL="457200" indent="-457200">
              <a:buAutoNum type="arabicPeriod"/>
            </a:pPr>
            <a:r>
              <a:rPr lang="en-US" sz="2000" b="1" dirty="0">
                <a:ea typeface="+mn-lt"/>
                <a:cs typeface="+mn-lt"/>
              </a:rPr>
              <a:t>Power Companies: Faster identification and repair of outages improves efficiency and reduces repair costs. Businesses: Minimized power outages benefit businesses by reducing lost productivity and revenue.</a:t>
            </a:r>
            <a:endParaRPr lang="en-US" sz="1550" b="1"/>
          </a:p>
        </p:txBody>
      </p:sp>
      <p:cxnSp>
        <p:nvCxnSpPr>
          <p:cNvPr id="13" name="Straight Arrow Connector 12">
            <a:extLst>
              <a:ext uri="{FF2B5EF4-FFF2-40B4-BE49-F238E27FC236}">
                <a16:creationId xmlns:a16="http://schemas.microsoft.com/office/drawing/2014/main" id="{83389685-8457-8B2D-938E-19B61D263615}"/>
              </a:ext>
            </a:extLst>
          </p:cNvPr>
          <p:cNvCxnSpPr/>
          <p:nvPr/>
        </p:nvCxnSpPr>
        <p:spPr>
          <a:xfrm flipV="1">
            <a:off x="2641" y="6606428"/>
            <a:ext cx="9143997" cy="1280"/>
          </a:xfrm>
          <a:prstGeom prst="straightConnector1">
            <a:avLst/>
          </a:prstGeom>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5" name="Ink 14">
                <a:extLst>
                  <a:ext uri="{FF2B5EF4-FFF2-40B4-BE49-F238E27FC236}">
                    <a16:creationId xmlns:a16="http://schemas.microsoft.com/office/drawing/2014/main" id="{9945C373-DEE8-9229-7A3B-2B70FAD42F9D}"/>
                  </a:ext>
                </a:extLst>
              </p14:cNvPr>
              <p14:cNvContentPartPr/>
              <p14:nvPr/>
            </p14:nvContentPartPr>
            <p14:xfrm>
              <a:off x="1705598" y="8930558"/>
              <a:ext cx="14242" cy="14242"/>
            </p14:xfrm>
          </p:contentPart>
        </mc:Choice>
        <mc:Fallback xmlns="">
          <p:pic>
            <p:nvPicPr>
              <p:cNvPr id="15" name="Ink 14">
                <a:extLst>
                  <a:ext uri="{FF2B5EF4-FFF2-40B4-BE49-F238E27FC236}">
                    <a16:creationId xmlns:a16="http://schemas.microsoft.com/office/drawing/2014/main" id="{9945C373-DEE8-9229-7A3B-2B70FAD42F9D}"/>
                  </a:ext>
                </a:extLst>
              </p:cNvPr>
              <p:cNvPicPr/>
              <p:nvPr/>
            </p:nvPicPr>
            <p:blipFill>
              <a:blip r:embed="rId3"/>
              <a:stretch>
                <a:fillRect/>
              </a:stretch>
            </p:blipFill>
            <p:spPr>
              <a:xfrm>
                <a:off x="1007740" y="8790986"/>
                <a:ext cx="1424200" cy="296234"/>
              </a:xfrm>
              <a:prstGeom prst="rect">
                <a:avLst/>
              </a:prstGeom>
            </p:spPr>
          </p:pic>
        </mc:Fallback>
      </mc:AlternateContent>
    </p:spTree>
    <p:extLst>
      <p:ext uri="{BB962C8B-B14F-4D97-AF65-F5344CB8AC3E}">
        <p14:creationId xmlns:p14="http://schemas.microsoft.com/office/powerpoint/2010/main" val="375779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7B6BBF-09F2-4A29-AE4E-3771E292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16D3C-4310-74F0-FD00-D0803DE87D4C}"/>
              </a:ext>
            </a:extLst>
          </p:cNvPr>
          <p:cNvSpPr>
            <a:spLocks noGrp="1"/>
          </p:cNvSpPr>
          <p:nvPr>
            <p:ph type="title"/>
          </p:nvPr>
        </p:nvSpPr>
        <p:spPr>
          <a:xfrm>
            <a:off x="357187" y="1424528"/>
            <a:ext cx="6143423" cy="2337241"/>
          </a:xfrm>
          <a:solidFill>
            <a:schemeClr val="accent6">
              <a:lumMod val="60000"/>
              <a:lumOff val="40000"/>
            </a:schemeClr>
          </a:solidFill>
        </p:spPr>
        <p:txBody>
          <a:bodyPr anchor="ctr">
            <a:normAutofit/>
          </a:bodyPr>
          <a:lstStyle/>
          <a:p>
            <a:pPr algn="ctr"/>
            <a:r>
              <a:rPr lang="en-US" sz="6200" dirty="0">
                <a:solidFill>
                  <a:schemeClr val="bg1"/>
                </a:solidFill>
                <a:ea typeface="+mj-lt"/>
                <a:cs typeface="+mj-lt"/>
              </a:rPr>
              <a:t>Additional components: </a:t>
            </a:r>
            <a:r>
              <a:rPr lang="en-US" sz="6200" dirty="0">
                <a:solidFill>
                  <a:schemeClr val="bg1"/>
                </a:solidFill>
                <a:ea typeface="+mj-lt"/>
                <a:cs typeface="+mj-lt"/>
                <a:hlinkClick r:id="rId2">
                  <a:extLst>
                    <a:ext uri="{A12FA001-AC4F-418D-AE19-62706E023703}">
                      <ahyp:hlinkClr xmlns:ahyp="http://schemas.microsoft.com/office/drawing/2018/hyperlinkcolor" val="tx"/>
                    </a:ext>
                  </a:extLst>
                </a:hlinkClick>
              </a:rPr>
              <a:t>Transformer</a:t>
            </a:r>
            <a:endParaRPr lang="en-US" sz="6200">
              <a:solidFill>
                <a:schemeClr val="bg1"/>
              </a:solidFill>
              <a:ea typeface="+mj-lt"/>
              <a:cs typeface="+mj-lt"/>
            </a:endParaRPr>
          </a:p>
        </p:txBody>
      </p:sp>
      <p:sp>
        <p:nvSpPr>
          <p:cNvPr id="7" name="Rectangle 6">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364671" y="3985310"/>
            <a:ext cx="6131373" cy="32512"/>
          </a:xfrm>
          <a:custGeom>
            <a:avLst/>
            <a:gdLst>
              <a:gd name="connsiteX0" fmla="*/ 0 w 6131373"/>
              <a:gd name="connsiteY0" fmla="*/ 0 h 32512"/>
              <a:gd name="connsiteX1" fmla="*/ 558636 w 6131373"/>
              <a:gd name="connsiteY1" fmla="*/ 0 h 32512"/>
              <a:gd name="connsiteX2" fmla="*/ 1178586 w 6131373"/>
              <a:gd name="connsiteY2" fmla="*/ 0 h 32512"/>
              <a:gd name="connsiteX3" fmla="*/ 1737222 w 6131373"/>
              <a:gd name="connsiteY3" fmla="*/ 0 h 32512"/>
              <a:gd name="connsiteX4" fmla="*/ 2479800 w 6131373"/>
              <a:gd name="connsiteY4" fmla="*/ 0 h 32512"/>
              <a:gd name="connsiteX5" fmla="*/ 3161063 w 6131373"/>
              <a:gd name="connsiteY5" fmla="*/ 0 h 32512"/>
              <a:gd name="connsiteX6" fmla="*/ 3842327 w 6131373"/>
              <a:gd name="connsiteY6" fmla="*/ 0 h 32512"/>
              <a:gd name="connsiteX7" fmla="*/ 4646218 w 6131373"/>
              <a:gd name="connsiteY7" fmla="*/ 0 h 32512"/>
              <a:gd name="connsiteX8" fmla="*/ 5388796 w 6131373"/>
              <a:gd name="connsiteY8" fmla="*/ 0 h 32512"/>
              <a:gd name="connsiteX9" fmla="*/ 6131373 w 6131373"/>
              <a:gd name="connsiteY9" fmla="*/ 0 h 32512"/>
              <a:gd name="connsiteX10" fmla="*/ 6131373 w 6131373"/>
              <a:gd name="connsiteY10" fmla="*/ 32512 h 32512"/>
              <a:gd name="connsiteX11" fmla="*/ 5634051 w 6131373"/>
              <a:gd name="connsiteY11" fmla="*/ 32512 h 32512"/>
              <a:gd name="connsiteX12" fmla="*/ 5075414 w 6131373"/>
              <a:gd name="connsiteY12" fmla="*/ 32512 h 32512"/>
              <a:gd name="connsiteX13" fmla="*/ 4332837 w 6131373"/>
              <a:gd name="connsiteY13" fmla="*/ 32512 h 32512"/>
              <a:gd name="connsiteX14" fmla="*/ 3528946 w 6131373"/>
              <a:gd name="connsiteY14" fmla="*/ 32512 h 32512"/>
              <a:gd name="connsiteX15" fmla="*/ 2908996 w 6131373"/>
              <a:gd name="connsiteY15" fmla="*/ 32512 h 32512"/>
              <a:gd name="connsiteX16" fmla="*/ 2105105 w 6131373"/>
              <a:gd name="connsiteY16" fmla="*/ 32512 h 32512"/>
              <a:gd name="connsiteX17" fmla="*/ 1546469 w 6131373"/>
              <a:gd name="connsiteY17" fmla="*/ 32512 h 32512"/>
              <a:gd name="connsiteX18" fmla="*/ 1049146 w 6131373"/>
              <a:gd name="connsiteY18" fmla="*/ 32512 h 32512"/>
              <a:gd name="connsiteX19" fmla="*/ 0 w 6131373"/>
              <a:gd name="connsiteY19" fmla="*/ 32512 h 32512"/>
              <a:gd name="connsiteX20" fmla="*/ 0 w 6131373"/>
              <a:gd name="connsiteY20" fmla="*/ 0 h 3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31373" h="32512" fill="none" extrusionOk="0">
                <a:moveTo>
                  <a:pt x="0" y="0"/>
                </a:moveTo>
                <a:cubicBezTo>
                  <a:pt x="115553" y="-3330"/>
                  <a:pt x="312450" y="-562"/>
                  <a:pt x="558636" y="0"/>
                </a:cubicBezTo>
                <a:cubicBezTo>
                  <a:pt x="804822" y="562"/>
                  <a:pt x="884084" y="-30421"/>
                  <a:pt x="1178586" y="0"/>
                </a:cubicBezTo>
                <a:cubicBezTo>
                  <a:pt x="1473088" y="30421"/>
                  <a:pt x="1583291" y="-11012"/>
                  <a:pt x="1737222" y="0"/>
                </a:cubicBezTo>
                <a:cubicBezTo>
                  <a:pt x="1891153" y="11012"/>
                  <a:pt x="2292521" y="14276"/>
                  <a:pt x="2479800" y="0"/>
                </a:cubicBezTo>
                <a:cubicBezTo>
                  <a:pt x="2667079" y="-14276"/>
                  <a:pt x="3009511" y="20368"/>
                  <a:pt x="3161063" y="0"/>
                </a:cubicBezTo>
                <a:cubicBezTo>
                  <a:pt x="3312615" y="-20368"/>
                  <a:pt x="3685503" y="-31912"/>
                  <a:pt x="3842327" y="0"/>
                </a:cubicBezTo>
                <a:cubicBezTo>
                  <a:pt x="3999151" y="31912"/>
                  <a:pt x="4365712" y="39280"/>
                  <a:pt x="4646218" y="0"/>
                </a:cubicBezTo>
                <a:cubicBezTo>
                  <a:pt x="4926724" y="-39280"/>
                  <a:pt x="5219501" y="35249"/>
                  <a:pt x="5388796" y="0"/>
                </a:cubicBezTo>
                <a:cubicBezTo>
                  <a:pt x="5558091" y="-35249"/>
                  <a:pt x="5913349" y="-2668"/>
                  <a:pt x="6131373" y="0"/>
                </a:cubicBezTo>
                <a:cubicBezTo>
                  <a:pt x="6130634" y="13360"/>
                  <a:pt x="6130133" y="16545"/>
                  <a:pt x="6131373" y="32512"/>
                </a:cubicBezTo>
                <a:cubicBezTo>
                  <a:pt x="5968633" y="46188"/>
                  <a:pt x="5827659" y="29169"/>
                  <a:pt x="5634051" y="32512"/>
                </a:cubicBezTo>
                <a:cubicBezTo>
                  <a:pt x="5440443" y="35855"/>
                  <a:pt x="5316839" y="8640"/>
                  <a:pt x="5075414" y="32512"/>
                </a:cubicBezTo>
                <a:cubicBezTo>
                  <a:pt x="4833989" y="56384"/>
                  <a:pt x="4535224" y="57153"/>
                  <a:pt x="4332837" y="32512"/>
                </a:cubicBezTo>
                <a:cubicBezTo>
                  <a:pt x="4130450" y="7871"/>
                  <a:pt x="3762716" y="48032"/>
                  <a:pt x="3528946" y="32512"/>
                </a:cubicBezTo>
                <a:cubicBezTo>
                  <a:pt x="3295176" y="16992"/>
                  <a:pt x="3088557" y="43754"/>
                  <a:pt x="2908996" y="32512"/>
                </a:cubicBezTo>
                <a:cubicBezTo>
                  <a:pt x="2729435" y="21271"/>
                  <a:pt x="2496987" y="3537"/>
                  <a:pt x="2105105" y="32512"/>
                </a:cubicBezTo>
                <a:cubicBezTo>
                  <a:pt x="1713223" y="61487"/>
                  <a:pt x="1764525" y="29249"/>
                  <a:pt x="1546469" y="32512"/>
                </a:cubicBezTo>
                <a:cubicBezTo>
                  <a:pt x="1328413" y="35775"/>
                  <a:pt x="1296027" y="51983"/>
                  <a:pt x="1049146" y="32512"/>
                </a:cubicBezTo>
                <a:cubicBezTo>
                  <a:pt x="802265" y="13041"/>
                  <a:pt x="389991" y="67491"/>
                  <a:pt x="0" y="32512"/>
                </a:cubicBezTo>
                <a:cubicBezTo>
                  <a:pt x="327" y="20067"/>
                  <a:pt x="-208" y="6753"/>
                  <a:pt x="0" y="0"/>
                </a:cubicBezTo>
                <a:close/>
              </a:path>
              <a:path w="6131373" h="32512" stroke="0" extrusionOk="0">
                <a:moveTo>
                  <a:pt x="0" y="0"/>
                </a:moveTo>
                <a:cubicBezTo>
                  <a:pt x="278547" y="9460"/>
                  <a:pt x="391801" y="3595"/>
                  <a:pt x="619950" y="0"/>
                </a:cubicBezTo>
                <a:cubicBezTo>
                  <a:pt x="848099" y="-3595"/>
                  <a:pt x="996041" y="-11192"/>
                  <a:pt x="1117272" y="0"/>
                </a:cubicBezTo>
                <a:cubicBezTo>
                  <a:pt x="1238503" y="11192"/>
                  <a:pt x="1537514" y="3921"/>
                  <a:pt x="1921164" y="0"/>
                </a:cubicBezTo>
                <a:cubicBezTo>
                  <a:pt x="2304814" y="-3921"/>
                  <a:pt x="2290521" y="-4307"/>
                  <a:pt x="2541113" y="0"/>
                </a:cubicBezTo>
                <a:cubicBezTo>
                  <a:pt x="2791705" y="4307"/>
                  <a:pt x="2979482" y="23736"/>
                  <a:pt x="3161063" y="0"/>
                </a:cubicBezTo>
                <a:cubicBezTo>
                  <a:pt x="3342644" y="-23736"/>
                  <a:pt x="3640556" y="-18500"/>
                  <a:pt x="3964955" y="0"/>
                </a:cubicBezTo>
                <a:cubicBezTo>
                  <a:pt x="4289354" y="18500"/>
                  <a:pt x="4381186" y="-8740"/>
                  <a:pt x="4523591" y="0"/>
                </a:cubicBezTo>
                <a:cubicBezTo>
                  <a:pt x="4665996" y="8740"/>
                  <a:pt x="5091244" y="17883"/>
                  <a:pt x="5327482" y="0"/>
                </a:cubicBezTo>
                <a:cubicBezTo>
                  <a:pt x="5563720" y="-17883"/>
                  <a:pt x="5943064" y="13245"/>
                  <a:pt x="6131373" y="0"/>
                </a:cubicBezTo>
                <a:cubicBezTo>
                  <a:pt x="6129782" y="15731"/>
                  <a:pt x="6131916" y="20491"/>
                  <a:pt x="6131373" y="32512"/>
                </a:cubicBezTo>
                <a:cubicBezTo>
                  <a:pt x="5893818" y="37916"/>
                  <a:pt x="5790379" y="23930"/>
                  <a:pt x="5450109" y="32512"/>
                </a:cubicBezTo>
                <a:cubicBezTo>
                  <a:pt x="5109839" y="41094"/>
                  <a:pt x="5077862" y="56537"/>
                  <a:pt x="4830159" y="32512"/>
                </a:cubicBezTo>
                <a:cubicBezTo>
                  <a:pt x="4582456" y="8488"/>
                  <a:pt x="4311150" y="2142"/>
                  <a:pt x="4026268" y="32512"/>
                </a:cubicBezTo>
                <a:cubicBezTo>
                  <a:pt x="3741386" y="62882"/>
                  <a:pt x="3488789" y="54775"/>
                  <a:pt x="3222377" y="32512"/>
                </a:cubicBezTo>
                <a:cubicBezTo>
                  <a:pt x="2955965" y="10249"/>
                  <a:pt x="2815912" y="52658"/>
                  <a:pt x="2663741" y="32512"/>
                </a:cubicBezTo>
                <a:cubicBezTo>
                  <a:pt x="2511570" y="12366"/>
                  <a:pt x="2122834" y="2439"/>
                  <a:pt x="1982477" y="32512"/>
                </a:cubicBezTo>
                <a:cubicBezTo>
                  <a:pt x="1842120" y="62585"/>
                  <a:pt x="1438360" y="66257"/>
                  <a:pt x="1178586" y="32512"/>
                </a:cubicBezTo>
                <a:cubicBezTo>
                  <a:pt x="918812" y="-1233"/>
                  <a:pt x="390337" y="-17775"/>
                  <a:pt x="0" y="32512"/>
                </a:cubicBezTo>
                <a:cubicBezTo>
                  <a:pt x="233" y="17345"/>
                  <a:pt x="1531" y="11946"/>
                  <a:pt x="0" y="0"/>
                </a:cubicBezTo>
                <a:close/>
              </a:path>
            </a:pathLst>
          </a:custGeom>
          <a:solidFill>
            <a:schemeClr val="accent6">
              <a:lumMod val="60000"/>
              <a:lumOff val="40000"/>
            </a:schemeClr>
          </a:solidFill>
          <a:ln w="34925">
            <a:solidFill>
              <a:schemeClr val="accent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ACCF2BC7-F339-09A7-3960-FE816F9C2055}"/>
              </a:ext>
            </a:extLst>
          </p:cNvPr>
          <p:cNvSpPr>
            <a:spLocks noGrp="1"/>
          </p:cNvSpPr>
          <p:nvPr>
            <p:ph idx="1"/>
          </p:nvPr>
        </p:nvSpPr>
        <p:spPr>
          <a:xfrm>
            <a:off x="359976" y="4303528"/>
            <a:ext cx="6212390" cy="7559040"/>
          </a:xfrm>
        </p:spPr>
        <p:txBody>
          <a:bodyPr vert="horz" lIns="91440" tIns="45720" rIns="91440" bIns="45720" rtlCol="0" anchor="t">
            <a:normAutofit/>
          </a:bodyPr>
          <a:lstStyle/>
          <a:p>
            <a:pPr>
              <a:buNone/>
            </a:pPr>
            <a:r>
              <a:rPr lang="en-US" sz="3200" b="1" dirty="0">
                <a:ea typeface="+mn-lt"/>
                <a:cs typeface="+mn-lt"/>
              </a:rPr>
              <a:t>A transformer is a passive component that transfers electrical energy from one electrical circuit to another circuit, or multiple circuits. Transformers are used to change AC voltage levels, such transformers being termed step-up or step-down type to increase or decrease voltage levels, respectively. Transformers can also be used to provide galvanic isolation between circuits as well as to couple stages of signal-processing circuits. Since the invention of the first constant-potential transformer in 1885, transformers have become essential for the transmission, distribution, and utilization of alternating current electric power.</a:t>
            </a:r>
          </a:p>
          <a:p>
            <a:pPr>
              <a:lnSpc>
                <a:spcPct val="100000"/>
              </a:lnSpc>
              <a:buNone/>
            </a:pPr>
            <a:endParaRPr lang="en-US" sz="1800" b="1" dirty="0"/>
          </a:p>
        </p:txBody>
      </p:sp>
    </p:spTree>
    <p:extLst>
      <p:ext uri="{BB962C8B-B14F-4D97-AF65-F5344CB8AC3E}">
        <p14:creationId xmlns:p14="http://schemas.microsoft.com/office/powerpoint/2010/main" val="2604637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7B6BBF-09F2-4A29-AE4E-3771E292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16D3C-4310-74F0-FD00-D0803DE87D4C}"/>
              </a:ext>
            </a:extLst>
          </p:cNvPr>
          <p:cNvSpPr>
            <a:spLocks noGrp="1"/>
          </p:cNvSpPr>
          <p:nvPr>
            <p:ph type="title"/>
          </p:nvPr>
        </p:nvSpPr>
        <p:spPr>
          <a:xfrm>
            <a:off x="357187" y="1424528"/>
            <a:ext cx="6143423" cy="2337241"/>
          </a:xfrm>
          <a:solidFill>
            <a:schemeClr val="accent6">
              <a:lumMod val="60000"/>
              <a:lumOff val="40000"/>
            </a:schemeClr>
          </a:solidFill>
        </p:spPr>
        <p:txBody>
          <a:bodyPr anchor="ctr">
            <a:normAutofit/>
          </a:bodyPr>
          <a:lstStyle/>
          <a:p>
            <a:pPr algn="ctr"/>
            <a:r>
              <a:rPr lang="en-US" sz="6200" dirty="0">
                <a:solidFill>
                  <a:schemeClr val="bg1"/>
                </a:solidFill>
                <a:ea typeface="+mj-lt"/>
                <a:cs typeface="+mj-lt"/>
              </a:rPr>
              <a:t>GCFI</a:t>
            </a:r>
            <a:endParaRPr lang="en-US" dirty="0"/>
          </a:p>
        </p:txBody>
      </p:sp>
      <p:sp>
        <p:nvSpPr>
          <p:cNvPr id="7" name="Rectangle 6">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364671" y="3985310"/>
            <a:ext cx="6131373" cy="32512"/>
          </a:xfrm>
          <a:custGeom>
            <a:avLst/>
            <a:gdLst>
              <a:gd name="connsiteX0" fmla="*/ 0 w 6131373"/>
              <a:gd name="connsiteY0" fmla="*/ 0 h 32512"/>
              <a:gd name="connsiteX1" fmla="*/ 558636 w 6131373"/>
              <a:gd name="connsiteY1" fmla="*/ 0 h 32512"/>
              <a:gd name="connsiteX2" fmla="*/ 1178586 w 6131373"/>
              <a:gd name="connsiteY2" fmla="*/ 0 h 32512"/>
              <a:gd name="connsiteX3" fmla="*/ 1737222 w 6131373"/>
              <a:gd name="connsiteY3" fmla="*/ 0 h 32512"/>
              <a:gd name="connsiteX4" fmla="*/ 2479800 w 6131373"/>
              <a:gd name="connsiteY4" fmla="*/ 0 h 32512"/>
              <a:gd name="connsiteX5" fmla="*/ 3161063 w 6131373"/>
              <a:gd name="connsiteY5" fmla="*/ 0 h 32512"/>
              <a:gd name="connsiteX6" fmla="*/ 3842327 w 6131373"/>
              <a:gd name="connsiteY6" fmla="*/ 0 h 32512"/>
              <a:gd name="connsiteX7" fmla="*/ 4646218 w 6131373"/>
              <a:gd name="connsiteY7" fmla="*/ 0 h 32512"/>
              <a:gd name="connsiteX8" fmla="*/ 5388796 w 6131373"/>
              <a:gd name="connsiteY8" fmla="*/ 0 h 32512"/>
              <a:gd name="connsiteX9" fmla="*/ 6131373 w 6131373"/>
              <a:gd name="connsiteY9" fmla="*/ 0 h 32512"/>
              <a:gd name="connsiteX10" fmla="*/ 6131373 w 6131373"/>
              <a:gd name="connsiteY10" fmla="*/ 32512 h 32512"/>
              <a:gd name="connsiteX11" fmla="*/ 5634051 w 6131373"/>
              <a:gd name="connsiteY11" fmla="*/ 32512 h 32512"/>
              <a:gd name="connsiteX12" fmla="*/ 5075414 w 6131373"/>
              <a:gd name="connsiteY12" fmla="*/ 32512 h 32512"/>
              <a:gd name="connsiteX13" fmla="*/ 4332837 w 6131373"/>
              <a:gd name="connsiteY13" fmla="*/ 32512 h 32512"/>
              <a:gd name="connsiteX14" fmla="*/ 3528946 w 6131373"/>
              <a:gd name="connsiteY14" fmla="*/ 32512 h 32512"/>
              <a:gd name="connsiteX15" fmla="*/ 2908996 w 6131373"/>
              <a:gd name="connsiteY15" fmla="*/ 32512 h 32512"/>
              <a:gd name="connsiteX16" fmla="*/ 2105105 w 6131373"/>
              <a:gd name="connsiteY16" fmla="*/ 32512 h 32512"/>
              <a:gd name="connsiteX17" fmla="*/ 1546469 w 6131373"/>
              <a:gd name="connsiteY17" fmla="*/ 32512 h 32512"/>
              <a:gd name="connsiteX18" fmla="*/ 1049146 w 6131373"/>
              <a:gd name="connsiteY18" fmla="*/ 32512 h 32512"/>
              <a:gd name="connsiteX19" fmla="*/ 0 w 6131373"/>
              <a:gd name="connsiteY19" fmla="*/ 32512 h 32512"/>
              <a:gd name="connsiteX20" fmla="*/ 0 w 6131373"/>
              <a:gd name="connsiteY20" fmla="*/ 0 h 3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31373" h="32512" fill="none" extrusionOk="0">
                <a:moveTo>
                  <a:pt x="0" y="0"/>
                </a:moveTo>
                <a:cubicBezTo>
                  <a:pt x="115553" y="-3330"/>
                  <a:pt x="312450" y="-562"/>
                  <a:pt x="558636" y="0"/>
                </a:cubicBezTo>
                <a:cubicBezTo>
                  <a:pt x="804822" y="562"/>
                  <a:pt x="884084" y="-30421"/>
                  <a:pt x="1178586" y="0"/>
                </a:cubicBezTo>
                <a:cubicBezTo>
                  <a:pt x="1473088" y="30421"/>
                  <a:pt x="1583291" y="-11012"/>
                  <a:pt x="1737222" y="0"/>
                </a:cubicBezTo>
                <a:cubicBezTo>
                  <a:pt x="1891153" y="11012"/>
                  <a:pt x="2292521" y="14276"/>
                  <a:pt x="2479800" y="0"/>
                </a:cubicBezTo>
                <a:cubicBezTo>
                  <a:pt x="2667079" y="-14276"/>
                  <a:pt x="3009511" y="20368"/>
                  <a:pt x="3161063" y="0"/>
                </a:cubicBezTo>
                <a:cubicBezTo>
                  <a:pt x="3312615" y="-20368"/>
                  <a:pt x="3685503" y="-31912"/>
                  <a:pt x="3842327" y="0"/>
                </a:cubicBezTo>
                <a:cubicBezTo>
                  <a:pt x="3999151" y="31912"/>
                  <a:pt x="4365712" y="39280"/>
                  <a:pt x="4646218" y="0"/>
                </a:cubicBezTo>
                <a:cubicBezTo>
                  <a:pt x="4926724" y="-39280"/>
                  <a:pt x="5219501" y="35249"/>
                  <a:pt x="5388796" y="0"/>
                </a:cubicBezTo>
                <a:cubicBezTo>
                  <a:pt x="5558091" y="-35249"/>
                  <a:pt x="5913349" y="-2668"/>
                  <a:pt x="6131373" y="0"/>
                </a:cubicBezTo>
                <a:cubicBezTo>
                  <a:pt x="6130634" y="13360"/>
                  <a:pt x="6130133" y="16545"/>
                  <a:pt x="6131373" y="32512"/>
                </a:cubicBezTo>
                <a:cubicBezTo>
                  <a:pt x="5968633" y="46188"/>
                  <a:pt x="5827659" y="29169"/>
                  <a:pt x="5634051" y="32512"/>
                </a:cubicBezTo>
                <a:cubicBezTo>
                  <a:pt x="5440443" y="35855"/>
                  <a:pt x="5316839" y="8640"/>
                  <a:pt x="5075414" y="32512"/>
                </a:cubicBezTo>
                <a:cubicBezTo>
                  <a:pt x="4833989" y="56384"/>
                  <a:pt x="4535224" y="57153"/>
                  <a:pt x="4332837" y="32512"/>
                </a:cubicBezTo>
                <a:cubicBezTo>
                  <a:pt x="4130450" y="7871"/>
                  <a:pt x="3762716" y="48032"/>
                  <a:pt x="3528946" y="32512"/>
                </a:cubicBezTo>
                <a:cubicBezTo>
                  <a:pt x="3295176" y="16992"/>
                  <a:pt x="3088557" y="43754"/>
                  <a:pt x="2908996" y="32512"/>
                </a:cubicBezTo>
                <a:cubicBezTo>
                  <a:pt x="2729435" y="21271"/>
                  <a:pt x="2496987" y="3537"/>
                  <a:pt x="2105105" y="32512"/>
                </a:cubicBezTo>
                <a:cubicBezTo>
                  <a:pt x="1713223" y="61487"/>
                  <a:pt x="1764525" y="29249"/>
                  <a:pt x="1546469" y="32512"/>
                </a:cubicBezTo>
                <a:cubicBezTo>
                  <a:pt x="1328413" y="35775"/>
                  <a:pt x="1296027" y="51983"/>
                  <a:pt x="1049146" y="32512"/>
                </a:cubicBezTo>
                <a:cubicBezTo>
                  <a:pt x="802265" y="13041"/>
                  <a:pt x="389991" y="67491"/>
                  <a:pt x="0" y="32512"/>
                </a:cubicBezTo>
                <a:cubicBezTo>
                  <a:pt x="327" y="20067"/>
                  <a:pt x="-208" y="6753"/>
                  <a:pt x="0" y="0"/>
                </a:cubicBezTo>
                <a:close/>
              </a:path>
              <a:path w="6131373" h="32512" stroke="0" extrusionOk="0">
                <a:moveTo>
                  <a:pt x="0" y="0"/>
                </a:moveTo>
                <a:cubicBezTo>
                  <a:pt x="278547" y="9460"/>
                  <a:pt x="391801" y="3595"/>
                  <a:pt x="619950" y="0"/>
                </a:cubicBezTo>
                <a:cubicBezTo>
                  <a:pt x="848099" y="-3595"/>
                  <a:pt x="996041" y="-11192"/>
                  <a:pt x="1117272" y="0"/>
                </a:cubicBezTo>
                <a:cubicBezTo>
                  <a:pt x="1238503" y="11192"/>
                  <a:pt x="1537514" y="3921"/>
                  <a:pt x="1921164" y="0"/>
                </a:cubicBezTo>
                <a:cubicBezTo>
                  <a:pt x="2304814" y="-3921"/>
                  <a:pt x="2290521" y="-4307"/>
                  <a:pt x="2541113" y="0"/>
                </a:cubicBezTo>
                <a:cubicBezTo>
                  <a:pt x="2791705" y="4307"/>
                  <a:pt x="2979482" y="23736"/>
                  <a:pt x="3161063" y="0"/>
                </a:cubicBezTo>
                <a:cubicBezTo>
                  <a:pt x="3342644" y="-23736"/>
                  <a:pt x="3640556" y="-18500"/>
                  <a:pt x="3964955" y="0"/>
                </a:cubicBezTo>
                <a:cubicBezTo>
                  <a:pt x="4289354" y="18500"/>
                  <a:pt x="4381186" y="-8740"/>
                  <a:pt x="4523591" y="0"/>
                </a:cubicBezTo>
                <a:cubicBezTo>
                  <a:pt x="4665996" y="8740"/>
                  <a:pt x="5091244" y="17883"/>
                  <a:pt x="5327482" y="0"/>
                </a:cubicBezTo>
                <a:cubicBezTo>
                  <a:pt x="5563720" y="-17883"/>
                  <a:pt x="5943064" y="13245"/>
                  <a:pt x="6131373" y="0"/>
                </a:cubicBezTo>
                <a:cubicBezTo>
                  <a:pt x="6129782" y="15731"/>
                  <a:pt x="6131916" y="20491"/>
                  <a:pt x="6131373" y="32512"/>
                </a:cubicBezTo>
                <a:cubicBezTo>
                  <a:pt x="5893818" y="37916"/>
                  <a:pt x="5790379" y="23930"/>
                  <a:pt x="5450109" y="32512"/>
                </a:cubicBezTo>
                <a:cubicBezTo>
                  <a:pt x="5109839" y="41094"/>
                  <a:pt x="5077862" y="56537"/>
                  <a:pt x="4830159" y="32512"/>
                </a:cubicBezTo>
                <a:cubicBezTo>
                  <a:pt x="4582456" y="8488"/>
                  <a:pt x="4311150" y="2142"/>
                  <a:pt x="4026268" y="32512"/>
                </a:cubicBezTo>
                <a:cubicBezTo>
                  <a:pt x="3741386" y="62882"/>
                  <a:pt x="3488789" y="54775"/>
                  <a:pt x="3222377" y="32512"/>
                </a:cubicBezTo>
                <a:cubicBezTo>
                  <a:pt x="2955965" y="10249"/>
                  <a:pt x="2815912" y="52658"/>
                  <a:pt x="2663741" y="32512"/>
                </a:cubicBezTo>
                <a:cubicBezTo>
                  <a:pt x="2511570" y="12366"/>
                  <a:pt x="2122834" y="2439"/>
                  <a:pt x="1982477" y="32512"/>
                </a:cubicBezTo>
                <a:cubicBezTo>
                  <a:pt x="1842120" y="62585"/>
                  <a:pt x="1438360" y="66257"/>
                  <a:pt x="1178586" y="32512"/>
                </a:cubicBezTo>
                <a:cubicBezTo>
                  <a:pt x="918812" y="-1233"/>
                  <a:pt x="390337" y="-17775"/>
                  <a:pt x="0" y="32512"/>
                </a:cubicBezTo>
                <a:cubicBezTo>
                  <a:pt x="233" y="17345"/>
                  <a:pt x="1531" y="11946"/>
                  <a:pt x="0" y="0"/>
                </a:cubicBezTo>
                <a:close/>
              </a:path>
            </a:pathLst>
          </a:custGeom>
          <a:solidFill>
            <a:schemeClr val="accent6">
              <a:lumMod val="60000"/>
              <a:lumOff val="40000"/>
            </a:schemeClr>
          </a:solidFill>
          <a:ln w="34925">
            <a:solidFill>
              <a:schemeClr val="accent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ACCF2BC7-F339-09A7-3960-FE816F9C2055}"/>
              </a:ext>
            </a:extLst>
          </p:cNvPr>
          <p:cNvSpPr>
            <a:spLocks noGrp="1"/>
          </p:cNvSpPr>
          <p:nvPr>
            <p:ph idx="1"/>
          </p:nvPr>
        </p:nvSpPr>
        <p:spPr>
          <a:xfrm>
            <a:off x="359976" y="4303528"/>
            <a:ext cx="6212390" cy="7559040"/>
          </a:xfrm>
        </p:spPr>
        <p:txBody>
          <a:bodyPr vert="horz" lIns="91440" tIns="45720" rIns="91440" bIns="45720" rtlCol="0" anchor="t">
            <a:noAutofit/>
          </a:bodyPr>
          <a:lstStyle/>
          <a:p>
            <a:pPr>
              <a:buNone/>
            </a:pPr>
            <a:r>
              <a:rPr lang="en-US" sz="2800" b="1" dirty="0">
                <a:ea typeface="+mn-lt"/>
                <a:cs typeface="+mn-lt"/>
              </a:rPr>
              <a:t>GFCI stands for Ground Fault Circuit Interrupter. It's an electrical device designed to protect against electric shock by quickly shutting off power to a circuit when it detects that current is flowing along an unintended path, such as through water or a person. This can happen if an electrical appliance falls into water, if there's a frayed wire in a damp location, or if someone accidentally touches a live wire.</a:t>
            </a:r>
          </a:p>
          <a:p>
            <a:pPr>
              <a:buNone/>
            </a:pPr>
            <a:r>
              <a:rPr lang="en-US" sz="2800" b="1" dirty="0">
                <a:ea typeface="+mn-lt"/>
                <a:cs typeface="+mn-lt"/>
              </a:rPr>
              <a:t>GFCIs are commonly found in areas where water and electricity are close together, such as bathrooms, kitchens, outdoor outlets, and garages. They're typically installed in outlets, circuit breakers, or as part of extension cords.</a:t>
            </a:r>
          </a:p>
          <a:p>
            <a:pPr>
              <a:buNone/>
            </a:pPr>
            <a:r>
              <a:rPr lang="en-US" sz="2800" b="1" dirty="0">
                <a:ea typeface="+mn-lt"/>
                <a:cs typeface="+mn-lt"/>
              </a:rPr>
              <a:t>The way GFCIs work is by constantly monitoring the flow of electricity in a circuit. If they detect even a small imbalance in the flow of current (as little as 5 milliamps), they trip the circuit, cutting off power and preventing electric shock. This rapid response is crucial for preventing serious injury or even death in the event of a ground fault.</a:t>
            </a:r>
          </a:p>
          <a:p>
            <a:pPr marL="0" indent="0">
              <a:buNone/>
            </a:pPr>
            <a:endParaRPr lang="en-US" sz="2800" b="1" dirty="0">
              <a:ea typeface="+mn-lt"/>
              <a:cs typeface="+mn-lt"/>
            </a:endParaRPr>
          </a:p>
          <a:p>
            <a:pPr>
              <a:buNone/>
            </a:pPr>
            <a:endParaRPr lang="en-US" sz="4800" b="1" dirty="0">
              <a:ea typeface="+mn-lt"/>
              <a:cs typeface="+mn-lt"/>
            </a:endParaRPr>
          </a:p>
          <a:p>
            <a:pPr>
              <a:lnSpc>
                <a:spcPct val="100000"/>
              </a:lnSpc>
              <a:buNone/>
            </a:pPr>
            <a:endParaRPr lang="en-US" sz="3200" b="1" dirty="0"/>
          </a:p>
        </p:txBody>
      </p:sp>
    </p:spTree>
    <p:extLst>
      <p:ext uri="{BB962C8B-B14F-4D97-AF65-F5344CB8AC3E}">
        <p14:creationId xmlns:p14="http://schemas.microsoft.com/office/powerpoint/2010/main" val="1809458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7B6BBF-09F2-4A29-AE4E-3771E292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16D3C-4310-74F0-FD00-D0803DE87D4C}"/>
              </a:ext>
            </a:extLst>
          </p:cNvPr>
          <p:cNvSpPr>
            <a:spLocks noGrp="1"/>
          </p:cNvSpPr>
          <p:nvPr>
            <p:ph type="title"/>
          </p:nvPr>
        </p:nvSpPr>
        <p:spPr>
          <a:xfrm>
            <a:off x="357187" y="1424528"/>
            <a:ext cx="6143423" cy="2337241"/>
          </a:xfrm>
          <a:solidFill>
            <a:schemeClr val="accent6">
              <a:lumMod val="60000"/>
              <a:lumOff val="40000"/>
            </a:schemeClr>
          </a:solidFill>
        </p:spPr>
        <p:txBody>
          <a:bodyPr anchor="ctr">
            <a:normAutofit fontScale="90000"/>
          </a:bodyPr>
          <a:lstStyle/>
          <a:p>
            <a:pPr algn="ctr"/>
            <a:r>
              <a:rPr lang="en-US" sz="6200" dirty="0">
                <a:solidFill>
                  <a:schemeClr val="bg1"/>
                </a:solidFill>
                <a:ea typeface="+mj-lt"/>
                <a:cs typeface="+mj-lt"/>
              </a:rPr>
              <a:t>Even when GFCIs are present, There are so many problems which can occur for </a:t>
            </a:r>
            <a:r>
              <a:rPr lang="en-US" sz="6200" err="1">
                <a:solidFill>
                  <a:schemeClr val="bg1"/>
                </a:solidFill>
                <a:ea typeface="+mj-lt"/>
                <a:cs typeface="+mj-lt"/>
              </a:rPr>
              <a:t>eg.</a:t>
            </a:r>
            <a:r>
              <a:rPr lang="en-US" sz="6200" dirty="0">
                <a:solidFill>
                  <a:schemeClr val="bg1"/>
                </a:solidFill>
                <a:ea typeface="+mj-lt"/>
                <a:cs typeface="+mj-lt"/>
              </a:rPr>
              <a:t>..</a:t>
            </a:r>
            <a:endParaRPr lang="en-US">
              <a:solidFill>
                <a:schemeClr val="bg1"/>
              </a:solidFill>
            </a:endParaRPr>
          </a:p>
        </p:txBody>
      </p:sp>
      <p:sp>
        <p:nvSpPr>
          <p:cNvPr id="7" name="Rectangle 6">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364671" y="3985310"/>
            <a:ext cx="6131373" cy="32512"/>
          </a:xfrm>
          <a:custGeom>
            <a:avLst/>
            <a:gdLst>
              <a:gd name="connsiteX0" fmla="*/ 0 w 6131373"/>
              <a:gd name="connsiteY0" fmla="*/ 0 h 32512"/>
              <a:gd name="connsiteX1" fmla="*/ 558636 w 6131373"/>
              <a:gd name="connsiteY1" fmla="*/ 0 h 32512"/>
              <a:gd name="connsiteX2" fmla="*/ 1178586 w 6131373"/>
              <a:gd name="connsiteY2" fmla="*/ 0 h 32512"/>
              <a:gd name="connsiteX3" fmla="*/ 1737222 w 6131373"/>
              <a:gd name="connsiteY3" fmla="*/ 0 h 32512"/>
              <a:gd name="connsiteX4" fmla="*/ 2479800 w 6131373"/>
              <a:gd name="connsiteY4" fmla="*/ 0 h 32512"/>
              <a:gd name="connsiteX5" fmla="*/ 3161063 w 6131373"/>
              <a:gd name="connsiteY5" fmla="*/ 0 h 32512"/>
              <a:gd name="connsiteX6" fmla="*/ 3842327 w 6131373"/>
              <a:gd name="connsiteY6" fmla="*/ 0 h 32512"/>
              <a:gd name="connsiteX7" fmla="*/ 4646218 w 6131373"/>
              <a:gd name="connsiteY7" fmla="*/ 0 h 32512"/>
              <a:gd name="connsiteX8" fmla="*/ 5388796 w 6131373"/>
              <a:gd name="connsiteY8" fmla="*/ 0 h 32512"/>
              <a:gd name="connsiteX9" fmla="*/ 6131373 w 6131373"/>
              <a:gd name="connsiteY9" fmla="*/ 0 h 32512"/>
              <a:gd name="connsiteX10" fmla="*/ 6131373 w 6131373"/>
              <a:gd name="connsiteY10" fmla="*/ 32512 h 32512"/>
              <a:gd name="connsiteX11" fmla="*/ 5634051 w 6131373"/>
              <a:gd name="connsiteY11" fmla="*/ 32512 h 32512"/>
              <a:gd name="connsiteX12" fmla="*/ 5075414 w 6131373"/>
              <a:gd name="connsiteY12" fmla="*/ 32512 h 32512"/>
              <a:gd name="connsiteX13" fmla="*/ 4332837 w 6131373"/>
              <a:gd name="connsiteY13" fmla="*/ 32512 h 32512"/>
              <a:gd name="connsiteX14" fmla="*/ 3528946 w 6131373"/>
              <a:gd name="connsiteY14" fmla="*/ 32512 h 32512"/>
              <a:gd name="connsiteX15" fmla="*/ 2908996 w 6131373"/>
              <a:gd name="connsiteY15" fmla="*/ 32512 h 32512"/>
              <a:gd name="connsiteX16" fmla="*/ 2105105 w 6131373"/>
              <a:gd name="connsiteY16" fmla="*/ 32512 h 32512"/>
              <a:gd name="connsiteX17" fmla="*/ 1546469 w 6131373"/>
              <a:gd name="connsiteY17" fmla="*/ 32512 h 32512"/>
              <a:gd name="connsiteX18" fmla="*/ 1049146 w 6131373"/>
              <a:gd name="connsiteY18" fmla="*/ 32512 h 32512"/>
              <a:gd name="connsiteX19" fmla="*/ 0 w 6131373"/>
              <a:gd name="connsiteY19" fmla="*/ 32512 h 32512"/>
              <a:gd name="connsiteX20" fmla="*/ 0 w 6131373"/>
              <a:gd name="connsiteY20" fmla="*/ 0 h 3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31373" h="32512" fill="none" extrusionOk="0">
                <a:moveTo>
                  <a:pt x="0" y="0"/>
                </a:moveTo>
                <a:cubicBezTo>
                  <a:pt x="115553" y="-3330"/>
                  <a:pt x="312450" y="-562"/>
                  <a:pt x="558636" y="0"/>
                </a:cubicBezTo>
                <a:cubicBezTo>
                  <a:pt x="804822" y="562"/>
                  <a:pt x="884084" y="-30421"/>
                  <a:pt x="1178586" y="0"/>
                </a:cubicBezTo>
                <a:cubicBezTo>
                  <a:pt x="1473088" y="30421"/>
                  <a:pt x="1583291" y="-11012"/>
                  <a:pt x="1737222" y="0"/>
                </a:cubicBezTo>
                <a:cubicBezTo>
                  <a:pt x="1891153" y="11012"/>
                  <a:pt x="2292521" y="14276"/>
                  <a:pt x="2479800" y="0"/>
                </a:cubicBezTo>
                <a:cubicBezTo>
                  <a:pt x="2667079" y="-14276"/>
                  <a:pt x="3009511" y="20368"/>
                  <a:pt x="3161063" y="0"/>
                </a:cubicBezTo>
                <a:cubicBezTo>
                  <a:pt x="3312615" y="-20368"/>
                  <a:pt x="3685503" y="-31912"/>
                  <a:pt x="3842327" y="0"/>
                </a:cubicBezTo>
                <a:cubicBezTo>
                  <a:pt x="3999151" y="31912"/>
                  <a:pt x="4365712" y="39280"/>
                  <a:pt x="4646218" y="0"/>
                </a:cubicBezTo>
                <a:cubicBezTo>
                  <a:pt x="4926724" y="-39280"/>
                  <a:pt x="5219501" y="35249"/>
                  <a:pt x="5388796" y="0"/>
                </a:cubicBezTo>
                <a:cubicBezTo>
                  <a:pt x="5558091" y="-35249"/>
                  <a:pt x="5913349" y="-2668"/>
                  <a:pt x="6131373" y="0"/>
                </a:cubicBezTo>
                <a:cubicBezTo>
                  <a:pt x="6130634" y="13360"/>
                  <a:pt x="6130133" y="16545"/>
                  <a:pt x="6131373" y="32512"/>
                </a:cubicBezTo>
                <a:cubicBezTo>
                  <a:pt x="5968633" y="46188"/>
                  <a:pt x="5827659" y="29169"/>
                  <a:pt x="5634051" y="32512"/>
                </a:cubicBezTo>
                <a:cubicBezTo>
                  <a:pt x="5440443" y="35855"/>
                  <a:pt x="5316839" y="8640"/>
                  <a:pt x="5075414" y="32512"/>
                </a:cubicBezTo>
                <a:cubicBezTo>
                  <a:pt x="4833989" y="56384"/>
                  <a:pt x="4535224" y="57153"/>
                  <a:pt x="4332837" y="32512"/>
                </a:cubicBezTo>
                <a:cubicBezTo>
                  <a:pt x="4130450" y="7871"/>
                  <a:pt x="3762716" y="48032"/>
                  <a:pt x="3528946" y="32512"/>
                </a:cubicBezTo>
                <a:cubicBezTo>
                  <a:pt x="3295176" y="16992"/>
                  <a:pt x="3088557" y="43754"/>
                  <a:pt x="2908996" y="32512"/>
                </a:cubicBezTo>
                <a:cubicBezTo>
                  <a:pt x="2729435" y="21271"/>
                  <a:pt x="2496987" y="3537"/>
                  <a:pt x="2105105" y="32512"/>
                </a:cubicBezTo>
                <a:cubicBezTo>
                  <a:pt x="1713223" y="61487"/>
                  <a:pt x="1764525" y="29249"/>
                  <a:pt x="1546469" y="32512"/>
                </a:cubicBezTo>
                <a:cubicBezTo>
                  <a:pt x="1328413" y="35775"/>
                  <a:pt x="1296027" y="51983"/>
                  <a:pt x="1049146" y="32512"/>
                </a:cubicBezTo>
                <a:cubicBezTo>
                  <a:pt x="802265" y="13041"/>
                  <a:pt x="389991" y="67491"/>
                  <a:pt x="0" y="32512"/>
                </a:cubicBezTo>
                <a:cubicBezTo>
                  <a:pt x="327" y="20067"/>
                  <a:pt x="-208" y="6753"/>
                  <a:pt x="0" y="0"/>
                </a:cubicBezTo>
                <a:close/>
              </a:path>
              <a:path w="6131373" h="32512" stroke="0" extrusionOk="0">
                <a:moveTo>
                  <a:pt x="0" y="0"/>
                </a:moveTo>
                <a:cubicBezTo>
                  <a:pt x="278547" y="9460"/>
                  <a:pt x="391801" y="3595"/>
                  <a:pt x="619950" y="0"/>
                </a:cubicBezTo>
                <a:cubicBezTo>
                  <a:pt x="848099" y="-3595"/>
                  <a:pt x="996041" y="-11192"/>
                  <a:pt x="1117272" y="0"/>
                </a:cubicBezTo>
                <a:cubicBezTo>
                  <a:pt x="1238503" y="11192"/>
                  <a:pt x="1537514" y="3921"/>
                  <a:pt x="1921164" y="0"/>
                </a:cubicBezTo>
                <a:cubicBezTo>
                  <a:pt x="2304814" y="-3921"/>
                  <a:pt x="2290521" y="-4307"/>
                  <a:pt x="2541113" y="0"/>
                </a:cubicBezTo>
                <a:cubicBezTo>
                  <a:pt x="2791705" y="4307"/>
                  <a:pt x="2979482" y="23736"/>
                  <a:pt x="3161063" y="0"/>
                </a:cubicBezTo>
                <a:cubicBezTo>
                  <a:pt x="3342644" y="-23736"/>
                  <a:pt x="3640556" y="-18500"/>
                  <a:pt x="3964955" y="0"/>
                </a:cubicBezTo>
                <a:cubicBezTo>
                  <a:pt x="4289354" y="18500"/>
                  <a:pt x="4381186" y="-8740"/>
                  <a:pt x="4523591" y="0"/>
                </a:cubicBezTo>
                <a:cubicBezTo>
                  <a:pt x="4665996" y="8740"/>
                  <a:pt x="5091244" y="17883"/>
                  <a:pt x="5327482" y="0"/>
                </a:cubicBezTo>
                <a:cubicBezTo>
                  <a:pt x="5563720" y="-17883"/>
                  <a:pt x="5943064" y="13245"/>
                  <a:pt x="6131373" y="0"/>
                </a:cubicBezTo>
                <a:cubicBezTo>
                  <a:pt x="6129782" y="15731"/>
                  <a:pt x="6131916" y="20491"/>
                  <a:pt x="6131373" y="32512"/>
                </a:cubicBezTo>
                <a:cubicBezTo>
                  <a:pt x="5893818" y="37916"/>
                  <a:pt x="5790379" y="23930"/>
                  <a:pt x="5450109" y="32512"/>
                </a:cubicBezTo>
                <a:cubicBezTo>
                  <a:pt x="5109839" y="41094"/>
                  <a:pt x="5077862" y="56537"/>
                  <a:pt x="4830159" y="32512"/>
                </a:cubicBezTo>
                <a:cubicBezTo>
                  <a:pt x="4582456" y="8488"/>
                  <a:pt x="4311150" y="2142"/>
                  <a:pt x="4026268" y="32512"/>
                </a:cubicBezTo>
                <a:cubicBezTo>
                  <a:pt x="3741386" y="62882"/>
                  <a:pt x="3488789" y="54775"/>
                  <a:pt x="3222377" y="32512"/>
                </a:cubicBezTo>
                <a:cubicBezTo>
                  <a:pt x="2955965" y="10249"/>
                  <a:pt x="2815912" y="52658"/>
                  <a:pt x="2663741" y="32512"/>
                </a:cubicBezTo>
                <a:cubicBezTo>
                  <a:pt x="2511570" y="12366"/>
                  <a:pt x="2122834" y="2439"/>
                  <a:pt x="1982477" y="32512"/>
                </a:cubicBezTo>
                <a:cubicBezTo>
                  <a:pt x="1842120" y="62585"/>
                  <a:pt x="1438360" y="66257"/>
                  <a:pt x="1178586" y="32512"/>
                </a:cubicBezTo>
                <a:cubicBezTo>
                  <a:pt x="918812" y="-1233"/>
                  <a:pt x="390337" y="-17775"/>
                  <a:pt x="0" y="32512"/>
                </a:cubicBezTo>
                <a:cubicBezTo>
                  <a:pt x="233" y="17345"/>
                  <a:pt x="1531" y="11946"/>
                  <a:pt x="0" y="0"/>
                </a:cubicBezTo>
                <a:close/>
              </a:path>
            </a:pathLst>
          </a:custGeom>
          <a:solidFill>
            <a:schemeClr val="accent6">
              <a:lumMod val="60000"/>
              <a:lumOff val="40000"/>
            </a:schemeClr>
          </a:solidFill>
          <a:ln w="34925">
            <a:solidFill>
              <a:schemeClr val="accent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ACCF2BC7-F339-09A7-3960-FE816F9C2055}"/>
              </a:ext>
            </a:extLst>
          </p:cNvPr>
          <p:cNvSpPr>
            <a:spLocks noGrp="1"/>
          </p:cNvSpPr>
          <p:nvPr>
            <p:ph idx="1"/>
          </p:nvPr>
        </p:nvSpPr>
        <p:spPr>
          <a:xfrm>
            <a:off x="359976" y="4303528"/>
            <a:ext cx="6212390" cy="7559040"/>
          </a:xfrm>
        </p:spPr>
        <p:txBody>
          <a:bodyPr vert="horz" lIns="91440" tIns="45720" rIns="91440" bIns="45720" rtlCol="0" anchor="t">
            <a:noAutofit/>
          </a:bodyPr>
          <a:lstStyle/>
          <a:p>
            <a:pPr marL="457200" indent="-457200">
              <a:buAutoNum type="arabicPeriod"/>
            </a:pPr>
            <a:r>
              <a:rPr lang="en-US" sz="2400" b="1" dirty="0">
                <a:ea typeface="+mn-lt"/>
                <a:cs typeface="+mn-lt"/>
              </a:rPr>
              <a:t>Tripping Frequently: GFCIs may trip frequently due to various reasons such as overloading, faulty wiring, or a ground fault. Identifying the cause of frequent tripping is essential. It could be a malfunctioning appliance, water leakage, or wiring issues. Resetting the GFCI and investigating the root cause is necessary to prevent future occurrences.</a:t>
            </a:r>
          </a:p>
          <a:p>
            <a:pPr marL="457200" indent="-457200">
              <a:buAutoNum type="arabicPeriod"/>
            </a:pPr>
            <a:r>
              <a:rPr lang="en-US" sz="2400" b="1" dirty="0">
                <a:ea typeface="+mn-lt"/>
                <a:cs typeface="+mn-lt"/>
              </a:rPr>
              <a:t>Aging and Wear: Over time, GFCIs can wear out or become less sensitive, reducing their effectiveness. Regular testing of GFCIs is essential to ensure they are functioning correctly. If an older GFCI is found to be less reliable, it should be replaced.</a:t>
            </a:r>
          </a:p>
          <a:p>
            <a:pPr marL="457200" indent="-457200">
              <a:buAutoNum type="arabicPeriod"/>
            </a:pPr>
            <a:r>
              <a:rPr lang="en-US" sz="2400" b="1" dirty="0">
                <a:ea typeface="+mn-lt"/>
                <a:cs typeface="+mn-lt"/>
              </a:rPr>
              <a:t>Moisture and Corrosion: GFCIs installed in outdoor or damp environments are susceptible to moisture and corrosion, which can affect their performance. Regular inspection and maintenance, including cleaning and tightening connections, can help prevent issues related to moisture and corrosion.</a:t>
            </a:r>
          </a:p>
          <a:p>
            <a:pPr marL="457200" indent="-457200">
              <a:buAutoNum type="arabicPeriod"/>
            </a:pPr>
            <a:r>
              <a:rPr lang="en-US" sz="2400" b="1" dirty="0">
                <a:ea typeface="+mn-lt"/>
                <a:cs typeface="+mn-lt"/>
              </a:rPr>
              <a:t>Improper Installation: Incorrect installation can lead to GFCIs not functioning as intended. It's crucial to follow manufacturer instructions and local electrical codes when installing GFCIs. Hiring a qualified electrician to install or inspect GFCIs ensures proper installation and compliance with safety standards.</a:t>
            </a:r>
          </a:p>
          <a:p>
            <a:pPr>
              <a:buNone/>
            </a:pPr>
            <a:endParaRPr lang="en-US" sz="2400" b="1" dirty="0"/>
          </a:p>
        </p:txBody>
      </p:sp>
    </p:spTree>
    <p:extLst>
      <p:ext uri="{BB962C8B-B14F-4D97-AF65-F5344CB8AC3E}">
        <p14:creationId xmlns:p14="http://schemas.microsoft.com/office/powerpoint/2010/main" val="532669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7B6BBF-09F2-4A29-AE4E-3771E292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16D3C-4310-74F0-FD00-D0803DE87D4C}"/>
              </a:ext>
            </a:extLst>
          </p:cNvPr>
          <p:cNvSpPr>
            <a:spLocks noGrp="1"/>
          </p:cNvSpPr>
          <p:nvPr>
            <p:ph type="title"/>
          </p:nvPr>
        </p:nvSpPr>
        <p:spPr>
          <a:xfrm>
            <a:off x="357187" y="1424528"/>
            <a:ext cx="6143423" cy="2337241"/>
          </a:xfrm>
          <a:solidFill>
            <a:schemeClr val="accent6">
              <a:lumMod val="60000"/>
              <a:lumOff val="40000"/>
            </a:schemeClr>
          </a:solidFill>
        </p:spPr>
        <p:txBody>
          <a:bodyPr anchor="ctr">
            <a:normAutofit/>
          </a:bodyPr>
          <a:lstStyle/>
          <a:p>
            <a:pPr algn="ctr"/>
            <a:r>
              <a:rPr lang="en-US" sz="6200" dirty="0">
                <a:solidFill>
                  <a:schemeClr val="bg1"/>
                </a:solidFill>
                <a:ea typeface="+mj-lt"/>
                <a:cs typeface="+mj-lt"/>
              </a:rPr>
              <a:t>Sources</a:t>
            </a:r>
            <a:endParaRPr lang="en-US">
              <a:solidFill>
                <a:schemeClr val="bg1"/>
              </a:solidFill>
            </a:endParaRPr>
          </a:p>
        </p:txBody>
      </p:sp>
      <p:sp>
        <p:nvSpPr>
          <p:cNvPr id="7" name="Rectangle 6">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364671" y="3985310"/>
            <a:ext cx="6131373" cy="32512"/>
          </a:xfrm>
          <a:custGeom>
            <a:avLst/>
            <a:gdLst>
              <a:gd name="connsiteX0" fmla="*/ 0 w 6131373"/>
              <a:gd name="connsiteY0" fmla="*/ 0 h 32512"/>
              <a:gd name="connsiteX1" fmla="*/ 558636 w 6131373"/>
              <a:gd name="connsiteY1" fmla="*/ 0 h 32512"/>
              <a:gd name="connsiteX2" fmla="*/ 1178586 w 6131373"/>
              <a:gd name="connsiteY2" fmla="*/ 0 h 32512"/>
              <a:gd name="connsiteX3" fmla="*/ 1737222 w 6131373"/>
              <a:gd name="connsiteY3" fmla="*/ 0 h 32512"/>
              <a:gd name="connsiteX4" fmla="*/ 2479800 w 6131373"/>
              <a:gd name="connsiteY4" fmla="*/ 0 h 32512"/>
              <a:gd name="connsiteX5" fmla="*/ 3161063 w 6131373"/>
              <a:gd name="connsiteY5" fmla="*/ 0 h 32512"/>
              <a:gd name="connsiteX6" fmla="*/ 3842327 w 6131373"/>
              <a:gd name="connsiteY6" fmla="*/ 0 h 32512"/>
              <a:gd name="connsiteX7" fmla="*/ 4646218 w 6131373"/>
              <a:gd name="connsiteY7" fmla="*/ 0 h 32512"/>
              <a:gd name="connsiteX8" fmla="*/ 5388796 w 6131373"/>
              <a:gd name="connsiteY8" fmla="*/ 0 h 32512"/>
              <a:gd name="connsiteX9" fmla="*/ 6131373 w 6131373"/>
              <a:gd name="connsiteY9" fmla="*/ 0 h 32512"/>
              <a:gd name="connsiteX10" fmla="*/ 6131373 w 6131373"/>
              <a:gd name="connsiteY10" fmla="*/ 32512 h 32512"/>
              <a:gd name="connsiteX11" fmla="*/ 5634051 w 6131373"/>
              <a:gd name="connsiteY11" fmla="*/ 32512 h 32512"/>
              <a:gd name="connsiteX12" fmla="*/ 5075414 w 6131373"/>
              <a:gd name="connsiteY12" fmla="*/ 32512 h 32512"/>
              <a:gd name="connsiteX13" fmla="*/ 4332837 w 6131373"/>
              <a:gd name="connsiteY13" fmla="*/ 32512 h 32512"/>
              <a:gd name="connsiteX14" fmla="*/ 3528946 w 6131373"/>
              <a:gd name="connsiteY14" fmla="*/ 32512 h 32512"/>
              <a:gd name="connsiteX15" fmla="*/ 2908996 w 6131373"/>
              <a:gd name="connsiteY15" fmla="*/ 32512 h 32512"/>
              <a:gd name="connsiteX16" fmla="*/ 2105105 w 6131373"/>
              <a:gd name="connsiteY16" fmla="*/ 32512 h 32512"/>
              <a:gd name="connsiteX17" fmla="*/ 1546469 w 6131373"/>
              <a:gd name="connsiteY17" fmla="*/ 32512 h 32512"/>
              <a:gd name="connsiteX18" fmla="*/ 1049146 w 6131373"/>
              <a:gd name="connsiteY18" fmla="*/ 32512 h 32512"/>
              <a:gd name="connsiteX19" fmla="*/ 0 w 6131373"/>
              <a:gd name="connsiteY19" fmla="*/ 32512 h 32512"/>
              <a:gd name="connsiteX20" fmla="*/ 0 w 6131373"/>
              <a:gd name="connsiteY20" fmla="*/ 0 h 3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31373" h="32512" fill="none" extrusionOk="0">
                <a:moveTo>
                  <a:pt x="0" y="0"/>
                </a:moveTo>
                <a:cubicBezTo>
                  <a:pt x="115553" y="-3330"/>
                  <a:pt x="312450" y="-562"/>
                  <a:pt x="558636" y="0"/>
                </a:cubicBezTo>
                <a:cubicBezTo>
                  <a:pt x="804822" y="562"/>
                  <a:pt x="884084" y="-30421"/>
                  <a:pt x="1178586" y="0"/>
                </a:cubicBezTo>
                <a:cubicBezTo>
                  <a:pt x="1473088" y="30421"/>
                  <a:pt x="1583291" y="-11012"/>
                  <a:pt x="1737222" y="0"/>
                </a:cubicBezTo>
                <a:cubicBezTo>
                  <a:pt x="1891153" y="11012"/>
                  <a:pt x="2292521" y="14276"/>
                  <a:pt x="2479800" y="0"/>
                </a:cubicBezTo>
                <a:cubicBezTo>
                  <a:pt x="2667079" y="-14276"/>
                  <a:pt x="3009511" y="20368"/>
                  <a:pt x="3161063" y="0"/>
                </a:cubicBezTo>
                <a:cubicBezTo>
                  <a:pt x="3312615" y="-20368"/>
                  <a:pt x="3685503" y="-31912"/>
                  <a:pt x="3842327" y="0"/>
                </a:cubicBezTo>
                <a:cubicBezTo>
                  <a:pt x="3999151" y="31912"/>
                  <a:pt x="4365712" y="39280"/>
                  <a:pt x="4646218" y="0"/>
                </a:cubicBezTo>
                <a:cubicBezTo>
                  <a:pt x="4926724" y="-39280"/>
                  <a:pt x="5219501" y="35249"/>
                  <a:pt x="5388796" y="0"/>
                </a:cubicBezTo>
                <a:cubicBezTo>
                  <a:pt x="5558091" y="-35249"/>
                  <a:pt x="5913349" y="-2668"/>
                  <a:pt x="6131373" y="0"/>
                </a:cubicBezTo>
                <a:cubicBezTo>
                  <a:pt x="6130634" y="13360"/>
                  <a:pt x="6130133" y="16545"/>
                  <a:pt x="6131373" y="32512"/>
                </a:cubicBezTo>
                <a:cubicBezTo>
                  <a:pt x="5968633" y="46188"/>
                  <a:pt x="5827659" y="29169"/>
                  <a:pt x="5634051" y="32512"/>
                </a:cubicBezTo>
                <a:cubicBezTo>
                  <a:pt x="5440443" y="35855"/>
                  <a:pt x="5316839" y="8640"/>
                  <a:pt x="5075414" y="32512"/>
                </a:cubicBezTo>
                <a:cubicBezTo>
                  <a:pt x="4833989" y="56384"/>
                  <a:pt x="4535224" y="57153"/>
                  <a:pt x="4332837" y="32512"/>
                </a:cubicBezTo>
                <a:cubicBezTo>
                  <a:pt x="4130450" y="7871"/>
                  <a:pt x="3762716" y="48032"/>
                  <a:pt x="3528946" y="32512"/>
                </a:cubicBezTo>
                <a:cubicBezTo>
                  <a:pt x="3295176" y="16992"/>
                  <a:pt x="3088557" y="43754"/>
                  <a:pt x="2908996" y="32512"/>
                </a:cubicBezTo>
                <a:cubicBezTo>
                  <a:pt x="2729435" y="21271"/>
                  <a:pt x="2496987" y="3537"/>
                  <a:pt x="2105105" y="32512"/>
                </a:cubicBezTo>
                <a:cubicBezTo>
                  <a:pt x="1713223" y="61487"/>
                  <a:pt x="1764525" y="29249"/>
                  <a:pt x="1546469" y="32512"/>
                </a:cubicBezTo>
                <a:cubicBezTo>
                  <a:pt x="1328413" y="35775"/>
                  <a:pt x="1296027" y="51983"/>
                  <a:pt x="1049146" y="32512"/>
                </a:cubicBezTo>
                <a:cubicBezTo>
                  <a:pt x="802265" y="13041"/>
                  <a:pt x="389991" y="67491"/>
                  <a:pt x="0" y="32512"/>
                </a:cubicBezTo>
                <a:cubicBezTo>
                  <a:pt x="327" y="20067"/>
                  <a:pt x="-208" y="6753"/>
                  <a:pt x="0" y="0"/>
                </a:cubicBezTo>
                <a:close/>
              </a:path>
              <a:path w="6131373" h="32512" stroke="0" extrusionOk="0">
                <a:moveTo>
                  <a:pt x="0" y="0"/>
                </a:moveTo>
                <a:cubicBezTo>
                  <a:pt x="278547" y="9460"/>
                  <a:pt x="391801" y="3595"/>
                  <a:pt x="619950" y="0"/>
                </a:cubicBezTo>
                <a:cubicBezTo>
                  <a:pt x="848099" y="-3595"/>
                  <a:pt x="996041" y="-11192"/>
                  <a:pt x="1117272" y="0"/>
                </a:cubicBezTo>
                <a:cubicBezTo>
                  <a:pt x="1238503" y="11192"/>
                  <a:pt x="1537514" y="3921"/>
                  <a:pt x="1921164" y="0"/>
                </a:cubicBezTo>
                <a:cubicBezTo>
                  <a:pt x="2304814" y="-3921"/>
                  <a:pt x="2290521" y="-4307"/>
                  <a:pt x="2541113" y="0"/>
                </a:cubicBezTo>
                <a:cubicBezTo>
                  <a:pt x="2791705" y="4307"/>
                  <a:pt x="2979482" y="23736"/>
                  <a:pt x="3161063" y="0"/>
                </a:cubicBezTo>
                <a:cubicBezTo>
                  <a:pt x="3342644" y="-23736"/>
                  <a:pt x="3640556" y="-18500"/>
                  <a:pt x="3964955" y="0"/>
                </a:cubicBezTo>
                <a:cubicBezTo>
                  <a:pt x="4289354" y="18500"/>
                  <a:pt x="4381186" y="-8740"/>
                  <a:pt x="4523591" y="0"/>
                </a:cubicBezTo>
                <a:cubicBezTo>
                  <a:pt x="4665996" y="8740"/>
                  <a:pt x="5091244" y="17883"/>
                  <a:pt x="5327482" y="0"/>
                </a:cubicBezTo>
                <a:cubicBezTo>
                  <a:pt x="5563720" y="-17883"/>
                  <a:pt x="5943064" y="13245"/>
                  <a:pt x="6131373" y="0"/>
                </a:cubicBezTo>
                <a:cubicBezTo>
                  <a:pt x="6129782" y="15731"/>
                  <a:pt x="6131916" y="20491"/>
                  <a:pt x="6131373" y="32512"/>
                </a:cubicBezTo>
                <a:cubicBezTo>
                  <a:pt x="5893818" y="37916"/>
                  <a:pt x="5790379" y="23930"/>
                  <a:pt x="5450109" y="32512"/>
                </a:cubicBezTo>
                <a:cubicBezTo>
                  <a:pt x="5109839" y="41094"/>
                  <a:pt x="5077862" y="56537"/>
                  <a:pt x="4830159" y="32512"/>
                </a:cubicBezTo>
                <a:cubicBezTo>
                  <a:pt x="4582456" y="8488"/>
                  <a:pt x="4311150" y="2142"/>
                  <a:pt x="4026268" y="32512"/>
                </a:cubicBezTo>
                <a:cubicBezTo>
                  <a:pt x="3741386" y="62882"/>
                  <a:pt x="3488789" y="54775"/>
                  <a:pt x="3222377" y="32512"/>
                </a:cubicBezTo>
                <a:cubicBezTo>
                  <a:pt x="2955965" y="10249"/>
                  <a:pt x="2815912" y="52658"/>
                  <a:pt x="2663741" y="32512"/>
                </a:cubicBezTo>
                <a:cubicBezTo>
                  <a:pt x="2511570" y="12366"/>
                  <a:pt x="2122834" y="2439"/>
                  <a:pt x="1982477" y="32512"/>
                </a:cubicBezTo>
                <a:cubicBezTo>
                  <a:pt x="1842120" y="62585"/>
                  <a:pt x="1438360" y="66257"/>
                  <a:pt x="1178586" y="32512"/>
                </a:cubicBezTo>
                <a:cubicBezTo>
                  <a:pt x="918812" y="-1233"/>
                  <a:pt x="390337" y="-17775"/>
                  <a:pt x="0" y="32512"/>
                </a:cubicBezTo>
                <a:cubicBezTo>
                  <a:pt x="233" y="17345"/>
                  <a:pt x="1531" y="11946"/>
                  <a:pt x="0" y="0"/>
                </a:cubicBezTo>
                <a:close/>
              </a:path>
            </a:pathLst>
          </a:custGeom>
          <a:solidFill>
            <a:schemeClr val="accent6">
              <a:lumMod val="60000"/>
              <a:lumOff val="40000"/>
            </a:schemeClr>
          </a:solidFill>
          <a:ln w="34925">
            <a:solidFill>
              <a:schemeClr val="accent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ACCF2BC7-F339-09A7-3960-FE816F9C2055}"/>
              </a:ext>
            </a:extLst>
          </p:cNvPr>
          <p:cNvSpPr>
            <a:spLocks noGrp="1"/>
          </p:cNvSpPr>
          <p:nvPr>
            <p:ph idx="1"/>
          </p:nvPr>
        </p:nvSpPr>
        <p:spPr>
          <a:xfrm>
            <a:off x="359976" y="4303528"/>
            <a:ext cx="6212390" cy="7559040"/>
          </a:xfrm>
        </p:spPr>
        <p:txBody>
          <a:bodyPr vert="horz" lIns="91440" tIns="45720" rIns="91440" bIns="45720" rtlCol="0" anchor="t">
            <a:noAutofit/>
          </a:bodyPr>
          <a:lstStyle/>
          <a:p>
            <a:pPr marL="457200" indent="-457200">
              <a:buAutoNum type="arabicPeriod"/>
            </a:pPr>
            <a:r>
              <a:rPr lang="en-US" sz="3200" b="1" dirty="0"/>
              <a:t>Times Of India</a:t>
            </a:r>
          </a:p>
          <a:p>
            <a:pPr marL="457200" indent="-457200">
              <a:buAutoNum type="arabicPeriod"/>
            </a:pPr>
            <a:r>
              <a:rPr lang="en-US" sz="3200" b="1" dirty="0">
                <a:ea typeface="+mn-lt"/>
                <a:cs typeface="+mn-lt"/>
              </a:rPr>
              <a:t>Electrical Safety Foundation International (ESFI): Website: ESFI</a:t>
            </a:r>
          </a:p>
          <a:p>
            <a:pPr marL="457200" indent="-457200">
              <a:buAutoNum type="arabicPeriod"/>
            </a:pPr>
            <a:r>
              <a:rPr lang="en-US" sz="3200" b="1" dirty="0">
                <a:ea typeface="+mn-lt"/>
                <a:cs typeface="+mn-lt"/>
              </a:rPr>
              <a:t>Spoke to Power supply stations communicated with Electricians and senior Engineers</a:t>
            </a:r>
          </a:p>
          <a:p>
            <a:pPr marL="457200" indent="-457200">
              <a:buAutoNum type="arabicPeriod"/>
            </a:pPr>
            <a:r>
              <a:rPr lang="en-US" sz="3200" b="1" dirty="0">
                <a:ea typeface="+mn-lt"/>
                <a:cs typeface="+mn-lt"/>
              </a:rPr>
              <a:t>Quara.com</a:t>
            </a:r>
            <a:endParaRPr lang="en-US" sz="3200" b="1" dirty="0"/>
          </a:p>
          <a:p>
            <a:pPr marL="457200" indent="-457200">
              <a:buAutoNum type="arabicPeriod"/>
            </a:pPr>
            <a:endParaRPr lang="en-US" sz="3200" b="1" dirty="0"/>
          </a:p>
        </p:txBody>
      </p:sp>
    </p:spTree>
    <p:extLst>
      <p:ext uri="{BB962C8B-B14F-4D97-AF65-F5344CB8AC3E}">
        <p14:creationId xmlns:p14="http://schemas.microsoft.com/office/powerpoint/2010/main" val="4097259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7B6BBF-09F2-4A29-AE4E-3771E292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6285" cy="12192000"/>
          </a:xfrm>
          <a:prstGeom prst="rect">
            <a:avLst/>
          </a:prstGeom>
          <a:solidFill>
            <a:schemeClr val="accent6">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116D3C-4310-74F0-FD00-D0803DE87D4C}"/>
              </a:ext>
            </a:extLst>
          </p:cNvPr>
          <p:cNvSpPr>
            <a:spLocks noGrp="1"/>
          </p:cNvSpPr>
          <p:nvPr>
            <p:ph type="title"/>
          </p:nvPr>
        </p:nvSpPr>
        <p:spPr>
          <a:xfrm>
            <a:off x="357187" y="1424528"/>
            <a:ext cx="6143423" cy="2337241"/>
          </a:xfrm>
          <a:solidFill>
            <a:schemeClr val="accent6">
              <a:lumMod val="60000"/>
              <a:lumOff val="40000"/>
            </a:schemeClr>
          </a:solidFill>
        </p:spPr>
        <p:txBody>
          <a:bodyPr anchor="ctr">
            <a:normAutofit/>
          </a:bodyPr>
          <a:lstStyle/>
          <a:p>
            <a:pPr algn="ctr"/>
            <a:r>
              <a:rPr lang="en-US" sz="6200" dirty="0">
                <a:solidFill>
                  <a:schemeClr val="bg1"/>
                </a:solidFill>
                <a:ea typeface="+mj-lt"/>
                <a:cs typeface="+mj-lt"/>
              </a:rPr>
              <a:t>Circuit design</a:t>
            </a:r>
            <a:endParaRPr lang="en-US">
              <a:solidFill>
                <a:schemeClr val="bg1"/>
              </a:solidFill>
            </a:endParaRPr>
          </a:p>
        </p:txBody>
      </p:sp>
      <p:sp>
        <p:nvSpPr>
          <p:cNvPr id="7" name="Rectangle 6">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364671" y="3985310"/>
            <a:ext cx="6131373" cy="32512"/>
          </a:xfrm>
          <a:custGeom>
            <a:avLst/>
            <a:gdLst>
              <a:gd name="connsiteX0" fmla="*/ 0 w 6131373"/>
              <a:gd name="connsiteY0" fmla="*/ 0 h 32512"/>
              <a:gd name="connsiteX1" fmla="*/ 558636 w 6131373"/>
              <a:gd name="connsiteY1" fmla="*/ 0 h 32512"/>
              <a:gd name="connsiteX2" fmla="*/ 1178586 w 6131373"/>
              <a:gd name="connsiteY2" fmla="*/ 0 h 32512"/>
              <a:gd name="connsiteX3" fmla="*/ 1737222 w 6131373"/>
              <a:gd name="connsiteY3" fmla="*/ 0 h 32512"/>
              <a:gd name="connsiteX4" fmla="*/ 2479800 w 6131373"/>
              <a:gd name="connsiteY4" fmla="*/ 0 h 32512"/>
              <a:gd name="connsiteX5" fmla="*/ 3161063 w 6131373"/>
              <a:gd name="connsiteY5" fmla="*/ 0 h 32512"/>
              <a:gd name="connsiteX6" fmla="*/ 3842327 w 6131373"/>
              <a:gd name="connsiteY6" fmla="*/ 0 h 32512"/>
              <a:gd name="connsiteX7" fmla="*/ 4646218 w 6131373"/>
              <a:gd name="connsiteY7" fmla="*/ 0 h 32512"/>
              <a:gd name="connsiteX8" fmla="*/ 5388796 w 6131373"/>
              <a:gd name="connsiteY8" fmla="*/ 0 h 32512"/>
              <a:gd name="connsiteX9" fmla="*/ 6131373 w 6131373"/>
              <a:gd name="connsiteY9" fmla="*/ 0 h 32512"/>
              <a:gd name="connsiteX10" fmla="*/ 6131373 w 6131373"/>
              <a:gd name="connsiteY10" fmla="*/ 32512 h 32512"/>
              <a:gd name="connsiteX11" fmla="*/ 5634051 w 6131373"/>
              <a:gd name="connsiteY11" fmla="*/ 32512 h 32512"/>
              <a:gd name="connsiteX12" fmla="*/ 5075414 w 6131373"/>
              <a:gd name="connsiteY12" fmla="*/ 32512 h 32512"/>
              <a:gd name="connsiteX13" fmla="*/ 4332837 w 6131373"/>
              <a:gd name="connsiteY13" fmla="*/ 32512 h 32512"/>
              <a:gd name="connsiteX14" fmla="*/ 3528946 w 6131373"/>
              <a:gd name="connsiteY14" fmla="*/ 32512 h 32512"/>
              <a:gd name="connsiteX15" fmla="*/ 2908996 w 6131373"/>
              <a:gd name="connsiteY15" fmla="*/ 32512 h 32512"/>
              <a:gd name="connsiteX16" fmla="*/ 2105105 w 6131373"/>
              <a:gd name="connsiteY16" fmla="*/ 32512 h 32512"/>
              <a:gd name="connsiteX17" fmla="*/ 1546469 w 6131373"/>
              <a:gd name="connsiteY17" fmla="*/ 32512 h 32512"/>
              <a:gd name="connsiteX18" fmla="*/ 1049146 w 6131373"/>
              <a:gd name="connsiteY18" fmla="*/ 32512 h 32512"/>
              <a:gd name="connsiteX19" fmla="*/ 0 w 6131373"/>
              <a:gd name="connsiteY19" fmla="*/ 32512 h 32512"/>
              <a:gd name="connsiteX20" fmla="*/ 0 w 6131373"/>
              <a:gd name="connsiteY20" fmla="*/ 0 h 3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131373" h="32512" fill="none" extrusionOk="0">
                <a:moveTo>
                  <a:pt x="0" y="0"/>
                </a:moveTo>
                <a:cubicBezTo>
                  <a:pt x="115553" y="-3330"/>
                  <a:pt x="312450" y="-562"/>
                  <a:pt x="558636" y="0"/>
                </a:cubicBezTo>
                <a:cubicBezTo>
                  <a:pt x="804822" y="562"/>
                  <a:pt x="884084" y="-30421"/>
                  <a:pt x="1178586" y="0"/>
                </a:cubicBezTo>
                <a:cubicBezTo>
                  <a:pt x="1473088" y="30421"/>
                  <a:pt x="1583291" y="-11012"/>
                  <a:pt x="1737222" y="0"/>
                </a:cubicBezTo>
                <a:cubicBezTo>
                  <a:pt x="1891153" y="11012"/>
                  <a:pt x="2292521" y="14276"/>
                  <a:pt x="2479800" y="0"/>
                </a:cubicBezTo>
                <a:cubicBezTo>
                  <a:pt x="2667079" y="-14276"/>
                  <a:pt x="3009511" y="20368"/>
                  <a:pt x="3161063" y="0"/>
                </a:cubicBezTo>
                <a:cubicBezTo>
                  <a:pt x="3312615" y="-20368"/>
                  <a:pt x="3685503" y="-31912"/>
                  <a:pt x="3842327" y="0"/>
                </a:cubicBezTo>
                <a:cubicBezTo>
                  <a:pt x="3999151" y="31912"/>
                  <a:pt x="4365712" y="39280"/>
                  <a:pt x="4646218" y="0"/>
                </a:cubicBezTo>
                <a:cubicBezTo>
                  <a:pt x="4926724" y="-39280"/>
                  <a:pt x="5219501" y="35249"/>
                  <a:pt x="5388796" y="0"/>
                </a:cubicBezTo>
                <a:cubicBezTo>
                  <a:pt x="5558091" y="-35249"/>
                  <a:pt x="5913349" y="-2668"/>
                  <a:pt x="6131373" y="0"/>
                </a:cubicBezTo>
                <a:cubicBezTo>
                  <a:pt x="6130634" y="13360"/>
                  <a:pt x="6130133" y="16545"/>
                  <a:pt x="6131373" y="32512"/>
                </a:cubicBezTo>
                <a:cubicBezTo>
                  <a:pt x="5968633" y="46188"/>
                  <a:pt x="5827659" y="29169"/>
                  <a:pt x="5634051" y="32512"/>
                </a:cubicBezTo>
                <a:cubicBezTo>
                  <a:pt x="5440443" y="35855"/>
                  <a:pt x="5316839" y="8640"/>
                  <a:pt x="5075414" y="32512"/>
                </a:cubicBezTo>
                <a:cubicBezTo>
                  <a:pt x="4833989" y="56384"/>
                  <a:pt x="4535224" y="57153"/>
                  <a:pt x="4332837" y="32512"/>
                </a:cubicBezTo>
                <a:cubicBezTo>
                  <a:pt x="4130450" y="7871"/>
                  <a:pt x="3762716" y="48032"/>
                  <a:pt x="3528946" y="32512"/>
                </a:cubicBezTo>
                <a:cubicBezTo>
                  <a:pt x="3295176" y="16992"/>
                  <a:pt x="3088557" y="43754"/>
                  <a:pt x="2908996" y="32512"/>
                </a:cubicBezTo>
                <a:cubicBezTo>
                  <a:pt x="2729435" y="21271"/>
                  <a:pt x="2496987" y="3537"/>
                  <a:pt x="2105105" y="32512"/>
                </a:cubicBezTo>
                <a:cubicBezTo>
                  <a:pt x="1713223" y="61487"/>
                  <a:pt x="1764525" y="29249"/>
                  <a:pt x="1546469" y="32512"/>
                </a:cubicBezTo>
                <a:cubicBezTo>
                  <a:pt x="1328413" y="35775"/>
                  <a:pt x="1296027" y="51983"/>
                  <a:pt x="1049146" y="32512"/>
                </a:cubicBezTo>
                <a:cubicBezTo>
                  <a:pt x="802265" y="13041"/>
                  <a:pt x="389991" y="67491"/>
                  <a:pt x="0" y="32512"/>
                </a:cubicBezTo>
                <a:cubicBezTo>
                  <a:pt x="327" y="20067"/>
                  <a:pt x="-208" y="6753"/>
                  <a:pt x="0" y="0"/>
                </a:cubicBezTo>
                <a:close/>
              </a:path>
              <a:path w="6131373" h="32512" stroke="0" extrusionOk="0">
                <a:moveTo>
                  <a:pt x="0" y="0"/>
                </a:moveTo>
                <a:cubicBezTo>
                  <a:pt x="278547" y="9460"/>
                  <a:pt x="391801" y="3595"/>
                  <a:pt x="619950" y="0"/>
                </a:cubicBezTo>
                <a:cubicBezTo>
                  <a:pt x="848099" y="-3595"/>
                  <a:pt x="996041" y="-11192"/>
                  <a:pt x="1117272" y="0"/>
                </a:cubicBezTo>
                <a:cubicBezTo>
                  <a:pt x="1238503" y="11192"/>
                  <a:pt x="1537514" y="3921"/>
                  <a:pt x="1921164" y="0"/>
                </a:cubicBezTo>
                <a:cubicBezTo>
                  <a:pt x="2304814" y="-3921"/>
                  <a:pt x="2290521" y="-4307"/>
                  <a:pt x="2541113" y="0"/>
                </a:cubicBezTo>
                <a:cubicBezTo>
                  <a:pt x="2791705" y="4307"/>
                  <a:pt x="2979482" y="23736"/>
                  <a:pt x="3161063" y="0"/>
                </a:cubicBezTo>
                <a:cubicBezTo>
                  <a:pt x="3342644" y="-23736"/>
                  <a:pt x="3640556" y="-18500"/>
                  <a:pt x="3964955" y="0"/>
                </a:cubicBezTo>
                <a:cubicBezTo>
                  <a:pt x="4289354" y="18500"/>
                  <a:pt x="4381186" y="-8740"/>
                  <a:pt x="4523591" y="0"/>
                </a:cubicBezTo>
                <a:cubicBezTo>
                  <a:pt x="4665996" y="8740"/>
                  <a:pt x="5091244" y="17883"/>
                  <a:pt x="5327482" y="0"/>
                </a:cubicBezTo>
                <a:cubicBezTo>
                  <a:pt x="5563720" y="-17883"/>
                  <a:pt x="5943064" y="13245"/>
                  <a:pt x="6131373" y="0"/>
                </a:cubicBezTo>
                <a:cubicBezTo>
                  <a:pt x="6129782" y="15731"/>
                  <a:pt x="6131916" y="20491"/>
                  <a:pt x="6131373" y="32512"/>
                </a:cubicBezTo>
                <a:cubicBezTo>
                  <a:pt x="5893818" y="37916"/>
                  <a:pt x="5790379" y="23930"/>
                  <a:pt x="5450109" y="32512"/>
                </a:cubicBezTo>
                <a:cubicBezTo>
                  <a:pt x="5109839" y="41094"/>
                  <a:pt x="5077862" y="56537"/>
                  <a:pt x="4830159" y="32512"/>
                </a:cubicBezTo>
                <a:cubicBezTo>
                  <a:pt x="4582456" y="8488"/>
                  <a:pt x="4311150" y="2142"/>
                  <a:pt x="4026268" y="32512"/>
                </a:cubicBezTo>
                <a:cubicBezTo>
                  <a:pt x="3741386" y="62882"/>
                  <a:pt x="3488789" y="54775"/>
                  <a:pt x="3222377" y="32512"/>
                </a:cubicBezTo>
                <a:cubicBezTo>
                  <a:pt x="2955965" y="10249"/>
                  <a:pt x="2815912" y="52658"/>
                  <a:pt x="2663741" y="32512"/>
                </a:cubicBezTo>
                <a:cubicBezTo>
                  <a:pt x="2511570" y="12366"/>
                  <a:pt x="2122834" y="2439"/>
                  <a:pt x="1982477" y="32512"/>
                </a:cubicBezTo>
                <a:cubicBezTo>
                  <a:pt x="1842120" y="62585"/>
                  <a:pt x="1438360" y="66257"/>
                  <a:pt x="1178586" y="32512"/>
                </a:cubicBezTo>
                <a:cubicBezTo>
                  <a:pt x="918812" y="-1233"/>
                  <a:pt x="390337" y="-17775"/>
                  <a:pt x="0" y="32512"/>
                </a:cubicBezTo>
                <a:cubicBezTo>
                  <a:pt x="233" y="17345"/>
                  <a:pt x="1531" y="11946"/>
                  <a:pt x="0" y="0"/>
                </a:cubicBezTo>
                <a:close/>
              </a:path>
            </a:pathLst>
          </a:custGeom>
          <a:solidFill>
            <a:schemeClr val="accent6">
              <a:lumMod val="60000"/>
              <a:lumOff val="40000"/>
            </a:schemeClr>
          </a:solidFill>
          <a:ln w="34925">
            <a:solidFill>
              <a:schemeClr val="accent6"/>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ACCF2BC7-F339-09A7-3960-FE816F9C2055}"/>
              </a:ext>
            </a:extLst>
          </p:cNvPr>
          <p:cNvSpPr>
            <a:spLocks noGrp="1"/>
          </p:cNvSpPr>
          <p:nvPr>
            <p:ph idx="1"/>
          </p:nvPr>
        </p:nvSpPr>
        <p:spPr>
          <a:xfrm>
            <a:off x="359976" y="4303528"/>
            <a:ext cx="6212390" cy="7559040"/>
          </a:xfrm>
        </p:spPr>
        <p:txBody>
          <a:bodyPr vert="horz" lIns="91440" tIns="45720" rIns="91440" bIns="45720" rtlCol="0" anchor="t">
            <a:noAutofit/>
          </a:bodyPr>
          <a:lstStyle/>
          <a:p>
            <a:pPr marL="0" indent="0">
              <a:buNone/>
            </a:pPr>
            <a:endParaRPr lang="en-US" sz="3200" b="1" dirty="0"/>
          </a:p>
          <a:p>
            <a:pPr marL="457200" indent="-457200">
              <a:buAutoNum type="arabicPeriod"/>
            </a:pPr>
            <a:endParaRPr lang="en-US" sz="3200" b="1" dirty="0"/>
          </a:p>
        </p:txBody>
      </p:sp>
      <p:pic>
        <p:nvPicPr>
          <p:cNvPr id="3" name="Picture 2" descr="A circuit board with wires and a light bulb&#10;&#10;Description automatically generated">
            <a:extLst>
              <a:ext uri="{FF2B5EF4-FFF2-40B4-BE49-F238E27FC236}">
                <a16:creationId xmlns:a16="http://schemas.microsoft.com/office/drawing/2014/main" id="{ECD22371-6915-62EE-CCCE-8DC6FBB3D719}"/>
              </a:ext>
            </a:extLst>
          </p:cNvPr>
          <p:cNvPicPr>
            <a:picLocks noChangeAspect="1"/>
          </p:cNvPicPr>
          <p:nvPr/>
        </p:nvPicPr>
        <p:blipFill>
          <a:blip r:embed="rId2"/>
          <a:stretch>
            <a:fillRect/>
          </a:stretch>
        </p:blipFill>
        <p:spPr>
          <a:xfrm>
            <a:off x="1204871" y="4307142"/>
            <a:ext cx="4451195" cy="3218724"/>
          </a:xfrm>
          <a:prstGeom prst="rect">
            <a:avLst/>
          </a:prstGeom>
        </p:spPr>
      </p:pic>
      <p:pic>
        <p:nvPicPr>
          <p:cNvPr id="4" name="Picture 3" descr="A circuit board with wires and a speaker&#10;&#10;Description automatically generated">
            <a:extLst>
              <a:ext uri="{FF2B5EF4-FFF2-40B4-BE49-F238E27FC236}">
                <a16:creationId xmlns:a16="http://schemas.microsoft.com/office/drawing/2014/main" id="{511AF6DF-6404-9FBD-67A4-39EB90A51D5D}"/>
              </a:ext>
            </a:extLst>
          </p:cNvPr>
          <p:cNvPicPr>
            <a:picLocks noChangeAspect="1"/>
          </p:cNvPicPr>
          <p:nvPr/>
        </p:nvPicPr>
        <p:blipFill>
          <a:blip r:embed="rId3"/>
          <a:stretch>
            <a:fillRect/>
          </a:stretch>
        </p:blipFill>
        <p:spPr>
          <a:xfrm>
            <a:off x="1037112" y="7903999"/>
            <a:ext cx="4850780" cy="3564310"/>
          </a:xfrm>
          <a:prstGeom prst="rect">
            <a:avLst/>
          </a:prstGeom>
        </p:spPr>
      </p:pic>
    </p:spTree>
    <p:extLst>
      <p:ext uri="{BB962C8B-B14F-4D97-AF65-F5344CB8AC3E}">
        <p14:creationId xmlns:p14="http://schemas.microsoft.com/office/powerpoint/2010/main" val="1652236168"/>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SketchyVTI</vt:lpstr>
      <vt:lpstr>The Tech Yantras</vt:lpstr>
      <vt:lpstr>Table Of contents</vt:lpstr>
      <vt:lpstr>About the team</vt:lpstr>
      <vt:lpstr>Project Idea</vt:lpstr>
      <vt:lpstr>Our Solution: guardian WIRE </vt:lpstr>
      <vt:lpstr>Benefits of our project</vt:lpstr>
      <vt:lpstr>Our hardware</vt:lpstr>
      <vt:lpstr>Other ideas we came across</vt:lpstr>
      <vt:lpstr>Challenges we can face</vt:lpstr>
      <vt:lpstr>Social Impact</vt:lpstr>
      <vt:lpstr>Concrete Evidence</vt:lpstr>
      <vt:lpstr>Additional components: Transformer</vt:lpstr>
      <vt:lpstr>GCFI</vt:lpstr>
      <vt:lpstr>Even when GFCIs are present, There are so many problems which can occur for eg...</vt:lpstr>
      <vt:lpstr>Sources</vt:lpstr>
      <vt:lpstr>Circuit design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267</cp:revision>
  <dcterms:created xsi:type="dcterms:W3CDTF">2024-07-13T09:22:46Z</dcterms:created>
  <dcterms:modified xsi:type="dcterms:W3CDTF">2024-07-13T13:53:56Z</dcterms:modified>
</cp:coreProperties>
</file>